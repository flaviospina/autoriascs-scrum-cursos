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969264" cy="969264"/>
          </a:xfrm>
          <a:prstGeom prst="roundRect">
            <a:avLst>
              <a:gd name="adj" fmla="val 15094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2560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 • SECRETARIA DE EDUCAÇÃO DE SÃO CAETANO DO SUL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2880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Cursos AutoriaSCS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processo de produção dos cursos da Plataforma AutoriaSCS —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proposta do formador à publicação, com método Scrum/Kanban.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a </a:t>
            </a:r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do CECAPE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  •  ti.cecape@scseduca.com.br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equipes, um único processo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de um curso envolve o formador que cria, o CECAPE/TI que revisa e a MB Estúdios que insere e publica. Sem uma ferramenta única, o acompanhamento dependia de e-mails e planilhas: sem visão do todo, materiais fora de ordem e nenhum registro de quem fez o quê.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8895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218688"/>
            <a:ext cx="499262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todo o ciclo em um quadro único (Kanban):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perfil só executa o que lhe cabe, na ordem certa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passo dispara e-mail automático a quem age em seguida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Tudo fica registrado em auditoria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materiais chegam à MB completos e na ordem de inserção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28895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participa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9088" y="3218688"/>
            <a:ext cx="499262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Formador(a) — propõe, produz, envia os materiais e valida o curso montado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CECAPE/TI — revisa, aprova ou devolve com apontamentos, agenda a publicação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Estúdios — baixa o pacote, insere na plataforma e publica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— configura fluxo, usuários, permissões e acompanha tudo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DO FLUXO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um curso, do início ao fim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0D1C33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2763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276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4752" y="15910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 Produção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0" y="1609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Formador(a)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1984248"/>
            <a:ext cx="1382573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84248"/>
            <a:ext cx="13825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Proposto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7829" y="19842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98725" y="198424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8725" y="19842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98341" y="19842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09237" y="1984248"/>
            <a:ext cx="1704442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9237" y="1984248"/>
            <a:ext cx="1704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50254" y="19842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61150" y="1984248"/>
            <a:ext cx="1784909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1150" y="1984248"/>
            <a:ext cx="17849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Análise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67004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0D1C33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28163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44752" y="27797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0" y="27980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CECAPE/TI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3172968"/>
            <a:ext cx="1060704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72968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965960" y="317296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276856" y="3172968"/>
            <a:ext cx="89977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6856" y="3172968"/>
            <a:ext cx="899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13202" y="317296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524098" y="3172968"/>
            <a:ext cx="1945843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4098" y="3172968"/>
            <a:ext cx="19458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para Inserção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31729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recusado: apontamentos registrados (técnico, pedagógico, ABNT) → formador ajusta → nova análise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85876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0D1C33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00507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40050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44752" y="3968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na plataforma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00800" y="3986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Estúdios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68680" y="4361688"/>
            <a:ext cx="1141171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361688"/>
            <a:ext cx="11411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Inserção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046427" y="43616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2357323" y="4361688"/>
            <a:ext cx="89977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7323" y="4361688"/>
            <a:ext cx="899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Inserido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04748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0D1C33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" y="519379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" y="51937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44752" y="51572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 Publicação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6400800" y="51755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 valida • TI agenda a data • MB publica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68680" y="5550408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55504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Validação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770632" y="5550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081528" y="5550408"/>
            <a:ext cx="89977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81528" y="5550408"/>
            <a:ext cx="899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017874" y="5550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328770" y="5550408"/>
            <a:ext cx="202631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770" y="5550408"/>
            <a:ext cx="20263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Publicação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391656" y="5550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702552" y="5550408"/>
            <a:ext cx="1141171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2552" y="5550408"/>
            <a:ext cx="11411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✓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DO FLUXO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pontos de controle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465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seta é uma permissão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075688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só permite a movimentação ao perfil responsável por ela. Um formador não "pula" a revisão; a MB não publica sem a data agendada pela TI.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7465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com relatório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075688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TI recusa, registra apontamentos tipificados (técnico, pedagógico, ABNT). O formador corrige item a item e devolve. Nada se perde em e-mails.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86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publicação obrigatória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315968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concluir a validação, a TI informa a data de entrada na plataforma — comunicada automaticamente ao formador e à MB.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986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automático em toda transição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4315968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agir na próxima etapa é avisado na hora. Além disso: alertas diários de prazo (7h) e resumo semanal às segundas-feiras.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em tempo real: o quadro Kanban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82369" y="1508760"/>
            <a:ext cx="9088222" cy="3566160"/>
          </a:xfrm>
          <a:prstGeom prst="roundRect">
            <a:avLst>
              <a:gd name="adj" fmla="val 2308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kanban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097" y="1618488"/>
            <a:ext cx="8868766" cy="3346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coluna é uma etapa; cada cartão, um curso.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enxerga toda a produção da rede num só lugar: fase, responsável, prioridade e prazos — sem planilhas paralelas e sem pedir status por e-mail.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entregues na ordem certa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ganho operacional: o sistema trava a etapa seguinte até a anterior ser concluída — a mesma ordem em que a MB insere o conteúdo na plataforma.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4780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Geral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807208"/>
            <a:ext cx="499262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Apresentação do(s) Formador(es)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Apresentação do Curso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Objetivos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Atividade Avaliativa Geral (opcional)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Referência Bibliográfica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24780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(1 a 8)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9088" y="2807208"/>
            <a:ext cx="499262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Apresentação do Módulo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Slide    3. Vídeo    4. Anexo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Texto Complementar (opcional)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Atividade Avaliativa (opcional)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67258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MB: um único pacote ZIP, já organizado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5001768"/>
            <a:ext cx="10570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numeradas na ordem de inserção (00-Geral, 01-Módulo 1...). Itens opcionais declarados "sem material" ficam registrados — com autor e data — e não geram busca inútil. Sem material faltando, sem retrabalho.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controle para a gestão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registra quem fez, o quê, quando, valores antes/depois e IP. Exportável em CSV.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gerenciais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64808" y="2121408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por status, por formador(a), prazos estourados e próximos.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73552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configuráveis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602736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papéis (ex.: coordenação somente-leitura) sem alterar o sistema.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127248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273552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configurável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3602736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Colunas, fases e permissões ajustáveis pela administração, sem programação.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75488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modelos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084064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oficiais versionados — todos usam o material vigente.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608576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75488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monitoradas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4808" y="5084064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e-mails com status de envio e reprocessamento automático.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prática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SISTEMA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por e-mail e planilha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0" y="20574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Quadro Kanban único, em tempo real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157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fora de ordem ou faltando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27157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Sequência obrigatória + pacote ZIP ordenado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741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sem histórico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17920" y="33741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Apontamentos tipificados e rastreáveis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9592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325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"Quem alterou isso?"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17920" y="40325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Auditoria completa de todas as ações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654296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908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esquecidos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46908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Alertas automáticos + resumo semanal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12664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manual entre equipes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0" y="5349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E-mail automático a cada etapa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preparadas desde o primeiro 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Tutoriais por perfil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completos, passo a passo e com imagens das telas, para Formador, TI, MB Estúdios e Administração — escritos para quem nunca usou um sistema.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de treinamento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121408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tem também a sua apresentação em slides, pronta para capacitações presenciais ou remotas.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86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institucional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315968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acessos: ti.cecape@scseduca.com.br. Redefinição de senha e cadastro de novos formadores em poucos cliques.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986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4315968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próprio, hospedado na infraestrutura já contratada — sem mensalidade por usuário e com evolução contínua conforme a necessidade do CECAPE.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6384" y="21945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fluxo, com regras claras,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tudo e ninguém sem saber o próximo passo.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</a:t>
            </a:r>
            <a:pPr indent="0" marL="0">
              <a:buNone/>
            </a:pPr>
            <a:r>
              <a:rPr lang="en-US" sz="15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Suporte: 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ti.cecape@scseduca.com.br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Apresentação para a Direção do CECAPE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2026-08-19T12:36:44Z</dcterms:created>
  <dcterms:modified xsi:type="dcterms:W3CDTF">2026-08-19T12:36:44Z</dcterms:modified>
</cp:coreProperties>
</file>