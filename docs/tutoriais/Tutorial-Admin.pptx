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969264" cy="969264"/>
          </a:xfrm>
          <a:prstGeom prst="roundRect">
            <a:avLst>
              <a:gd name="adj" fmla="val 15094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9692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• CECAPE SÃO CAETANO DO SUL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86384" y="29260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do Administrador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do fluxo Kanban, usuários, perfis, escolas, auditoria,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e manutenção — o guia completo da área Admin.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Administrador(a)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2910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  •  ti.cecape@scseduca.com.br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65506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menu Admin e a visão geral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496312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Colunas, status e transições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37413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33756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17880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de acesso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169164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165506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em lote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92240" y="2532888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59168" y="2496312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492240" y="337413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333756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e crons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92240" y="421538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59168" y="417880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arquivos e boas práticas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menu Admin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46871" y="1554480"/>
            <a:ext cx="2295378" cy="4480560"/>
          </a:xfrm>
          <a:prstGeom prst="roundRect">
            <a:avLst>
              <a:gd name="adj" fmla="val 358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admin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599" y="1664208"/>
            <a:ext cx="2075922" cy="4261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023360" y="1554480"/>
            <a:ext cx="7589520" cy="3136230"/>
          </a:xfrm>
          <a:prstGeom prst="roundRect">
            <a:avLst>
              <a:gd name="adj" fmla="val 262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7" name="Image 1" descr="/home/user/AutoriaSCS-Scrum-cursos/docs/tutoriais/img/admin-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088" y="1664208"/>
            <a:ext cx="7370064" cy="291677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023360" y="53949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cartões com contadores e o botão Gerenciar de cada área. Tudo o que este tutorial cobre está a um clique daqui.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CONFIGURÁVEL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Colunas do Kanban e Status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do Kanban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4992624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Adicionar: nome + cor do cabeçalho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Renomear e recolorir na própria linha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Reordenar com as setas ↑ ↓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 WIP: máximo recomendado de cursos na coluna (contador fica vermelho ao passar)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Desativar esconde sem apagar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valem NA HORA para todos.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908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(as fases dos cursos)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121408"/>
            <a:ext cx="4992624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Criar: nome, coluna, cor da etiqueta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Mover entre colunas e reordenar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 inicial: o que todo curso novo recebe (só um)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 finais: encerram o fluxo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Renomear atualiza cursos e histórico automaticamente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Excluir: só sem cursos na fase — senão desative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CONFIGURÁVEL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Transições por perfil — quem move o quê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57046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da tabela diz: o perfil X pode mover um curso do status A para o status B. Para adicionar, escolha perfil, origem e destino nas três listas e clique em adicionar. O ADMIN não precisa de transição — pode todas.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4078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 clássico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4407408"/>
            <a:ext cx="499262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formador não consegue mover o curso" → confira se a transição existe para o perfil PROFESSOR nesta tela.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3931920"/>
            <a:ext cx="5394960" cy="2011680"/>
          </a:xfrm>
          <a:prstGeom prst="roundRect">
            <a:avLst>
              <a:gd name="adj" fmla="val 409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4078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Socorro rápido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19088" y="4407408"/>
            <a:ext cx="499262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Transições bagunçadas por testes? Rode database/reset_transicoes.sql no phpMyAdmin — restaura o fluxo oficial completo (16 regras).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Usuários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completo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(aparece nos cartões e e-mails);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496312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45059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(será o login);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0954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63824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(PROFESSOR, TI, MB, ADMIN ou personalizado);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877056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inicial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oriente a trocar no 1º acesso (Meu Perfil);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636008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36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4590288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394960"/>
            <a:ext cx="566928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554126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lista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5870448"/>
            <a:ext cx="5266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Editar, Redefinir senha e a chave Ativo — desativar impede o login sem apagar o histórico.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645920"/>
            <a:ext cx="4846320" cy="800885"/>
          </a:xfrm>
          <a:prstGeom prst="roundRect">
            <a:avLst>
              <a:gd name="adj" fmla="val 1027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3" name="Image 0" descr="/home/user/AutoriaSCS-Scrum-cursos/docs/tutoriais/img/admin-usu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1755648"/>
            <a:ext cx="4626864" cy="581429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Perfis de acesso — crie os seus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 total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Tudo, inclusive a área Admin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todos os cursos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64808" y="2121408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completo (senão, só os próprios)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24912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871216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Propõe cursos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" y="320040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"Propor Novo Curso" + envio de arquivos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2724912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2871216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 Kanban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4808" y="320040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Arrastar cartões / Ações de 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03904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95020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cursos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" y="427939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Aprovar, recusar com relatório, apontamentos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803904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4808" y="395020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modelos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64808" y="427939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na Biblioteca de Modelos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82896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5029200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de revisão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" y="5358384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cursos aguardando análise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4882896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64808" y="5029200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de inserção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64808" y="5358384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inserção/publicação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um perfil COORDENADOR só com "Vê todos os cursos" = acesso somente-leitura. O perfil ADMIN é protegido.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Escolas — cadastro em lote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lista na caixa de texto,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escola por linha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(pode colar direto de uma planilha);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6060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todas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4747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informa quantas entraram e quantas eram repetidas (ignoradas, sem erro).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5669280" cy="1554480"/>
          </a:xfrm>
          <a:prstGeom prst="roundRect">
            <a:avLst>
              <a:gd name="adj" fmla="val 529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71830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as escolas aparecem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5047488"/>
            <a:ext cx="5266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autocompletar da proposta de curso e dos filtros. Renomear atualiza os cursos vinculados; Desativar tira do autocompletar; Excluir só sem cursos vinculados.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77529" y="1645920"/>
            <a:ext cx="4224381" cy="4480560"/>
          </a:xfrm>
          <a:prstGeom prst="roundRect">
            <a:avLst>
              <a:gd name="adj" fmla="val 1948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admin-esco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7257" y="1755648"/>
            <a:ext cx="4004925" cy="426110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Auditoria — quem fez o quê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10972800" cy="1228177"/>
          </a:xfrm>
          <a:prstGeom prst="roundRect">
            <a:avLst>
              <a:gd name="adj" fmla="val 670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admin-audito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18488"/>
            <a:ext cx="10753344" cy="10087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8862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403250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 registrado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" y="4361688"/>
            <a:ext cx="499262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criação/edição de cursos, mudanças de status, uploads, downloads, exclusões, "sem material" — com data/hora, usuário, valores antes/depois e IP.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19088" y="403250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pesquisar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19088" y="4361688"/>
            <a:ext cx="499262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Usuário (com lista), Ação, Entidade e período De/Até → Filtrar.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CSV baixa o resultado para o Excel.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Notificações e crons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fila de e-mails (Admin → Notificações)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57046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aviso aparece com o status ENVIADO, PENDENTE ou ERRO. Os e-mails saem na hora da ação; se algum falhar, o cron de 5 minutos reenvia. Nesta tela dá para processar a fila manualmente e ver o erro exato de cada mensagem.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07101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no cPanel → Cron Jobs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43434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cada 5 minutos — reenvio da fila de e-mails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php /home/USUARIO/.../cron/cron_notificacoes.php SUA_CHAVE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1x ao dia (7h) — alertas de prazo + resumo semanal às segundas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php /home/USUARIO/.../cron/cron_prazos.php SUA_CHAVE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Excluir arquivos enviados por engano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→ seção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do Curso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146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vermelho </a:t>
            </a:r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linha do arquivo errado;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na janela — a ação fica na auditoria.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5669280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44398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sequência se recalcula sozinha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4773168"/>
            <a:ext cx="52669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era o único arquivo da categoria, ela volta a ser a etapa pendente do formador. Somente o ADMIN tem este botão.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1828800"/>
            <a:ext cx="5120640" cy="1267140"/>
          </a:xfrm>
          <a:prstGeom prst="roundRect">
            <a:avLst>
              <a:gd name="adj" fmla="val 649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admin-exclu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08" y="1938528"/>
            <a:ext cx="4901184" cy="104768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sempre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qualquer migração (database/upgrade_v*.sql): cPanel → phpMyAdmin → Exportar.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06624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852928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padrão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182112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Troque a senha do usuário inicial admin@scseduca.com.br no primeiro acesso.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67328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913632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teste em produção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242816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Colunas, status e transições mudam NA HORA para todos. Combine com a equipe antes.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828032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974336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semanal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5303520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Olhe a Auditoria e a fila de Notificações — erros de e-mail aparecem lá primeiro.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do CECAPE  •  </a:t>
            </a:r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ti.cecape@scseduca.com.br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2026-08-19T12:31:42Z</dcterms:created>
  <dcterms:modified xsi:type="dcterms:W3CDTF">2026-08-19T12:31:42Z</dcterms:modified>
</cp:coreProperties>
</file>