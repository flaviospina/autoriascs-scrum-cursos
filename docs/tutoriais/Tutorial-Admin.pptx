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969264" cy="969264"/>
          </a:xfrm>
          <a:prstGeom prst="roundRect">
            <a:avLst>
              <a:gd name="adj" fmla="val 15094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34440"/>
            <a:ext cx="9692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• CECAPE SÃO CAETANO DO SUL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86384" y="29260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do Administrador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do fluxo Kanban, usuários, perfis, escolas, auditoria,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e manutenção — o guia completo da área Admin.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480560" cy="457200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</a:t>
            </a:r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Administrador(a)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2910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cecapescs.com.br/autoriascs/scrum  •  ti.cecape@scseduca.com.br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74650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menu Admin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862072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825496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e status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94106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39044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Transições por perfil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98348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178308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59168" y="174650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de acesso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92240" y="2862072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59168" y="2825496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Escolas em lote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492240" y="394106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39044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 e notificações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6492240" y="502005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59168" y="498348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 e manutenção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menu Admin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26229" y="1554480"/>
            <a:ext cx="2570901" cy="4480560"/>
          </a:xfrm>
          <a:prstGeom prst="roundRect">
            <a:avLst>
              <a:gd name="adj" fmla="val 320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admin-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957" y="1664208"/>
            <a:ext cx="2351445" cy="4261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749040" y="1554480"/>
            <a:ext cx="7863840" cy="3244795"/>
          </a:xfrm>
          <a:prstGeom prst="roundRect">
            <a:avLst>
              <a:gd name="adj" fmla="val 253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7" name="Image 1" descr="/home/user/AutoriaSCS-Scrum-cursos/docs/tutoriais/img/admin-car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768" y="1664208"/>
            <a:ext cx="7644384" cy="302533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749040" y="5715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geral: </a:t>
            </a:r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cartões com contadores e o botão Gerenciar de cada área.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CONFIGURÁVEL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Colunas do Kanban e Status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94960" cy="2834640"/>
          </a:xfrm>
          <a:prstGeom prst="roundRect">
            <a:avLst>
              <a:gd name="adj" fmla="val 290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do Kanban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4992624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Adicionar: nome + cor do cabeçalho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Renomear e recolorir na própria linha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Reordenar com as setas ↑ ↓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 WIP: máximo recomendado de cursos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Desativar esconde sem apagar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2834640"/>
          </a:xfrm>
          <a:prstGeom prst="roundRect">
            <a:avLst>
              <a:gd name="adj" fmla="val 290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19088" y="1792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(as fases dos cursos)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19088" y="2121408"/>
            <a:ext cx="4992624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Criar: nome, coluna, cor da etiqueta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Mover entre colunas e reordenar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Status inicial: o que todo curso novo recebe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Status finais: encerram o fluxo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Renomear atualiza cursos e histórico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7548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490118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valem na hora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5230368"/>
            <a:ext cx="1057046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alteração em colunas ou status aparece imediatamente no Kanban de todos os perfis. Status em uso por cursos não podem ser excluídos — desative-os ou renomeie-os.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CONFIGURÁVEL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Transições por perfil — quem move o quê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1057046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diz: o perfil X pode mover um curso do status A para o status B. O ADMIN não precisa de transição — pode todas.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com campo obrigatório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Proposto → Projeto Aprovado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0" y="3611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858000" y="36118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 (10/20/30/40 h)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187952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27024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→ Pronto para Publicação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0" y="427024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0" y="427024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 entrada na plataforma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50292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517550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Socorro rápido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1248" y="5504688"/>
            <a:ext cx="105704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Transições bagunçadas por testes? Rode database/reset_transicoes.sql no phpMyAdmin — restaura o fluxo oficial completo (17 regras).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Usuários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212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completo 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(aparece nos cartões e e-mails);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67712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267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221992"/>
            <a:ext cx="5212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(será o login);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752344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752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706624"/>
            <a:ext cx="5212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(PROFESSOR, TI, MB, ADMIN ou personalizado);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236976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191256"/>
            <a:ext cx="5212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inicial 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oriente a trocar no 1º acesso;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721608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21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3675888"/>
            <a:ext cx="5212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83680" y="1783080"/>
            <a:ext cx="5029200" cy="2194560"/>
          </a:xfrm>
          <a:prstGeom prst="roundRect">
            <a:avLst>
              <a:gd name="adj" fmla="val 375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84848" y="1929384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lista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784848" y="2258568"/>
            <a:ext cx="46268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Editar, Redefinir senha e a chave Ativo — desativar impede o login sem apagar o histórico do usuário.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busca tem autocompletar com os nomes cadastrados.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879092" y="4343400"/>
            <a:ext cx="8494776" cy="1874520"/>
          </a:xfrm>
          <a:prstGeom prst="roundRect">
            <a:avLst>
              <a:gd name="adj" fmla="val 439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3" name="Image 0" descr="/home/user/AutoriaSCS-Scrum-cursos/docs/tutoriais/img/admin-usu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8820" y="4453128"/>
            <a:ext cx="8275320" cy="165506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Perfis de acesso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 total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Tudo, inclusive a área Admin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4808" y="1792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todos os cursos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64808" y="2121408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completo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724912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871216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Propõe cursos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41248" y="320040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"Propor Novo Curso" + envio de arquivos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2724912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64808" y="2871216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o Kanban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64808" y="320040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Arrastar cartões / Ações de Status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03904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3950208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cursos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" y="4279392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Aprovar, recusar, apontamentos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3803904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64808" y="3950208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modelos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64808" y="4279392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na Biblioteca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882896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1248" y="5029200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de revisão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1248" y="5358384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de cursos aguardando análise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63640" y="4882896"/>
            <a:ext cx="5394960" cy="950976"/>
          </a:xfrm>
          <a:prstGeom prst="roundRect">
            <a:avLst>
              <a:gd name="adj" fmla="val 865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64808" y="5029200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de inserção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64808" y="5358384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MB: inserção, publicação e vídeos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permissão "E-mail de inserção" também identifica quem publica vídeos (a MB Estúdios). O perfil ADMIN é protegido.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Escolas — cadastro em lote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lista na caixa de texto,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escola por linha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60604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Cadastrar todas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47472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informa quantas entraram e quantas eram repetidas.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5669280" cy="1554480"/>
          </a:xfrm>
          <a:prstGeom prst="roundRect">
            <a:avLst>
              <a:gd name="adj" fmla="val 529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71830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aparecem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5047488"/>
            <a:ext cx="5266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autocompletar da proposta de curso e dos filtros. Renomear atualiza os cursos vinculados; Desativar tira do autocompletar.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77529" y="1645920"/>
            <a:ext cx="4224381" cy="4480560"/>
          </a:xfrm>
          <a:prstGeom prst="roundRect">
            <a:avLst>
              <a:gd name="adj" fmla="val 1948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7" name="Image 0" descr="/home/user/AutoriaSCS-Scrum-cursos/docs/tutoriais/img/admin-esco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7257" y="1755648"/>
            <a:ext cx="4004925" cy="426110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Auditoria e notificações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72800" cy="1228177"/>
          </a:xfrm>
          <a:prstGeom prst="roundRect">
            <a:avLst>
              <a:gd name="adj" fmla="val 6701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admin-auditor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72768"/>
            <a:ext cx="10753344" cy="10087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93192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4078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41248" y="4407408"/>
            <a:ext cx="499262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criação/edição de cursos, mudanças de status, uploads, downloads, exclusões, apontamentos de vídeo — com data/hora, usuário, valores antes/depois e IP. Exportável em CSV.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393192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19088" y="407822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19088" y="4407408"/>
            <a:ext cx="499262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e-mails com status ENVIADO, PENDENTE ou ERRO. Os e-mails saem na hora; o cron de 5 min reenvia os que falharem. Dá para reprocessar manualmente.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Vídeos: quem faz o quê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Disponibilizar o vídeo (com descrição) e novas versões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38160" y="1691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Estúdios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368296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23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Assistir, marcar os pontos com problema e aprovar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138160" y="24231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Formador(a) do curso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099816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546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apontamentos e marcar Em correção / Corrigido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138160" y="3154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Estúdios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831336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86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e receber cópia dos e-mails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138160" y="38862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TI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562856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4846320"/>
            <a:ext cx="10972800" cy="1280160"/>
          </a:xfrm>
          <a:prstGeom prst="roundRect">
            <a:avLst>
              <a:gd name="adj" fmla="val 6429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99262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e limites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321808"/>
            <a:ext cx="10570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vídeos ficam em storage/videos/ (fora da pasta pública) e as capturas em storage/videos/&lt;id_curso&gt;/capturas/. Para vídeos grandes, confira no cPanel → MultiPHP INI Editor se upload_max_filesize e post_max_size estão em 512M.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Excluir arquivos enviados por engano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curso → seção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do Curso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146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vermelho </a:t>
            </a:r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linha do arquivo errado;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291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 na janela — a ação fica na auditoria.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0" y="1783080"/>
            <a:ext cx="5029200" cy="2103120"/>
          </a:xfrm>
          <a:prstGeom prst="roundRect">
            <a:avLst>
              <a:gd name="adj" fmla="val 391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84848" y="1929384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sequência se recalcula sozinha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84848" y="2258568"/>
            <a:ext cx="462686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era o único arquivo da categoria, ela volta a ser a etapa pendente do formador.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ADMIN tem este botão.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252407" y="4206240"/>
            <a:ext cx="7748147" cy="1828800"/>
          </a:xfrm>
          <a:prstGeom prst="roundRect">
            <a:avLst>
              <a:gd name="adj" fmla="val 45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7" name="Image 0" descr="/home/user/AutoriaSCS-Scrum-cursos/docs/tutoriais/img/admin-exclu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2135" y="4315968"/>
            <a:ext cx="7528691" cy="1609344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ajuda?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79222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sempre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qualquer migração (database/upgrade_v*.sql): cPanel → phpMyAdmin → Exportar.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679192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825496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padrão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154680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Troque a senha do usuário inicial admin@scseduca.com.br no primeiro acesso.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712464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858768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teste em produção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187952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Colunas, status e transições mudam NA HORA para todos.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745736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892040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semanal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5221224"/>
            <a:ext cx="10479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Olhe a Auditoria e a fila de Notificações — erros de e-mail aparecem lá primeiro.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98932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TI do CECAPE  •  </a:t>
            </a:r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ti.cecape@scseduca.com.br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do Administrador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2026-08-31T17:49:00Z</dcterms:created>
  <dcterms:modified xsi:type="dcterms:W3CDTF">2026-08-31T17:49:00Z</dcterms:modified>
</cp:coreProperties>
</file>