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C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234440"/>
            <a:ext cx="969264" cy="969264"/>
          </a:xfrm>
          <a:prstGeom prst="roundRect">
            <a:avLst>
              <a:gd name="adj" fmla="val 15094"/>
            </a:avLst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234440"/>
            <a:ext cx="96926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71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41248" y="260604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AUTORIASCS • GESTÃO DE CURSOS • CECAPE SÃO CAETANO DO SUL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86384" y="292608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Tutorial do Administrador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22960" y="420624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Configuração do fluxo Kanban, usuários, perfis, escolas, auditoria,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notificações e manutenção — o guia completo da área Admin.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5349240"/>
            <a:ext cx="4480560" cy="457200"/>
          </a:xfrm>
          <a:prstGeom prst="roundRect">
            <a:avLst>
              <a:gd name="adj" fmla="val 50000"/>
            </a:avLst>
          </a:prstGeom>
          <a:solidFill>
            <a:srgbClr val="10233F"/>
          </a:solidFill>
          <a:ln w="12700">
            <a:solidFill>
              <a:srgbClr val="1D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3492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Perfil: </a:t>
            </a:r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Administrador(a)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629107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cecapescs.com.br/autoriascs/scrum  •  ti.cecape@scseduca.com.br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 vai aprender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84048" cy="384048"/>
          </a:xfrm>
          <a:prstGeom prst="ellipse">
            <a:avLst/>
          </a:prstGeom>
          <a:solidFill>
            <a:srgbClr val="10233F"/>
          </a:solidFill>
          <a:ln w="1778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07008" y="1746504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menu Admin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0080" y="2862072"/>
            <a:ext cx="384048" cy="384048"/>
          </a:xfrm>
          <a:prstGeom prst="ellipse">
            <a:avLst/>
          </a:prstGeom>
          <a:solidFill>
            <a:srgbClr val="10233F"/>
          </a:solidFill>
          <a:ln w="17780">
            <a:solidFill>
              <a:srgbClr val="22D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862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25496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Colunas e status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40080" y="3941064"/>
            <a:ext cx="384048" cy="384048"/>
          </a:xfrm>
          <a:prstGeom prst="ellipse">
            <a:avLst/>
          </a:prstGeom>
          <a:solidFill>
            <a:srgbClr val="10233F"/>
          </a:solidFill>
          <a:ln w="1778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941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044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Transições por perfil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640080" y="5020056"/>
            <a:ext cx="384048" cy="384048"/>
          </a:xfrm>
          <a:prstGeom prst="ellipse">
            <a:avLst/>
          </a:prstGeom>
          <a:solidFill>
            <a:srgbClr val="10233F"/>
          </a:solidFill>
          <a:ln w="1778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5020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4983480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Usuários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6492240" y="1783080"/>
            <a:ext cx="384048" cy="384048"/>
          </a:xfrm>
          <a:prstGeom prst="ellipse">
            <a:avLst/>
          </a:prstGeom>
          <a:solidFill>
            <a:srgbClr val="10233F"/>
          </a:solidFill>
          <a:ln w="17780">
            <a:solidFill>
              <a:srgbClr val="22D3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059168" y="1746504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Perfis de acesso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6492240" y="2862072"/>
            <a:ext cx="384048" cy="384048"/>
          </a:xfrm>
          <a:prstGeom prst="ellipse">
            <a:avLst/>
          </a:prstGeom>
          <a:solidFill>
            <a:srgbClr val="10233F"/>
          </a:solidFill>
          <a:ln w="17780">
            <a:solidFill>
              <a:srgbClr val="22D3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2862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059168" y="2825496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Escolas em lote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6492240" y="3941064"/>
            <a:ext cx="384048" cy="384048"/>
          </a:xfrm>
          <a:prstGeom prst="ellipse">
            <a:avLst/>
          </a:prstGeom>
          <a:solidFill>
            <a:srgbClr val="10233F"/>
          </a:solidFill>
          <a:ln w="17780">
            <a:solidFill>
              <a:srgbClr val="22D3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3941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059168" y="39044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 e notificações</a:t>
            </a:r>
            <a:endParaRPr lang="en-US" sz="1550" dirty="0"/>
          </a:p>
        </p:txBody>
      </p:sp>
      <p:sp>
        <p:nvSpPr>
          <p:cNvPr id="25" name="Shape 23"/>
          <p:cNvSpPr/>
          <p:nvPr/>
        </p:nvSpPr>
        <p:spPr>
          <a:xfrm>
            <a:off x="6492240" y="5020056"/>
            <a:ext cx="384048" cy="384048"/>
          </a:xfrm>
          <a:prstGeom prst="ellipse">
            <a:avLst/>
          </a:prstGeom>
          <a:solidFill>
            <a:srgbClr val="10233F"/>
          </a:solidFill>
          <a:ln w="17780">
            <a:solidFill>
              <a:srgbClr val="22D3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5020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059168" y="4983480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Vídeos e manutenção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AutoriaSCS • Gestão de Cursos  —  Tutorial do Administrador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 menu Admin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39677" y="1554480"/>
            <a:ext cx="2344006" cy="4480560"/>
          </a:xfrm>
          <a:prstGeom prst="roundRect">
            <a:avLst>
              <a:gd name="adj" fmla="val 3511"/>
            </a:avLst>
          </a:prstGeom>
          <a:solidFill>
            <a:srgbClr val="10233F"/>
          </a:solidFill>
          <a:ln w="12700">
            <a:solidFill>
              <a:srgbClr val="1D3A5F"/>
            </a:solidFill>
            <a:prstDash val="solid"/>
          </a:ln>
        </p:spPr>
      </p:sp>
      <p:pic>
        <p:nvPicPr>
          <p:cNvPr id="5" name="Image 0" descr="/home/user/AutoriaSCS-Scrum-cursos/docs/tutoriais/img/admin-men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9405" y="1664208"/>
            <a:ext cx="2124550" cy="426110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749040" y="1554480"/>
            <a:ext cx="7863840" cy="3244795"/>
          </a:xfrm>
          <a:prstGeom prst="roundRect">
            <a:avLst>
              <a:gd name="adj" fmla="val 2536"/>
            </a:avLst>
          </a:prstGeom>
          <a:solidFill>
            <a:srgbClr val="10233F"/>
          </a:solidFill>
          <a:ln w="12700">
            <a:solidFill>
              <a:srgbClr val="1D3A5F"/>
            </a:solidFill>
            <a:prstDash val="solid"/>
          </a:ln>
        </p:spPr>
      </p:sp>
      <p:pic>
        <p:nvPicPr>
          <p:cNvPr id="7" name="Image 1" descr="/home/user/AutoriaSCS-Scrum-cursos/docs/tutoriais/img/admin-car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8768" y="1664208"/>
            <a:ext cx="7644384" cy="302533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749040" y="57150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geral: </a:t>
            </a:r>
            <a:pPr indent="0" marL="0"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cartões com contadores e o botão Gerenciar de cada área.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AutoriaSCS • Gestão de Cursos  —  Tutorial do Administrador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CONFIGURÁVEL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Colunas do Kanban e Status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394960" cy="2834640"/>
          </a:xfrm>
          <a:prstGeom prst="roundRect">
            <a:avLst>
              <a:gd name="adj" fmla="val 2903"/>
            </a:avLst>
          </a:prstGeom>
          <a:solidFill>
            <a:srgbClr val="10233F"/>
          </a:solidFill>
          <a:ln w="12700">
            <a:solidFill>
              <a:srgbClr val="1D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792224"/>
            <a:ext cx="4992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Colunas do Kanban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41248" y="2121408"/>
            <a:ext cx="4992624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Adicionar: nome + cor do cabeçalho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Renomear e recolorir na própria linha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Reordenar com as setas ↑ ↓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Limite WIP: máximo recomendado de cursos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Desativar esconde sem apagar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17920" y="1645920"/>
            <a:ext cx="5394960" cy="2834640"/>
          </a:xfrm>
          <a:prstGeom prst="roundRect">
            <a:avLst>
              <a:gd name="adj" fmla="val 2903"/>
            </a:avLst>
          </a:prstGeom>
          <a:solidFill>
            <a:srgbClr val="10233F"/>
          </a:solidFill>
          <a:ln w="12700">
            <a:solidFill>
              <a:srgbClr val="1D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19088" y="1792224"/>
            <a:ext cx="4992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(as fases dos cursos)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19088" y="2121408"/>
            <a:ext cx="4992624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Criar: nome, coluna, cor da etiqueta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Mover entre colunas e reordenar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Status inicial: o que todo curso novo recebe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Status finais: encerram o fluxo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Renomear atualiza cursos e histórico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4754880"/>
            <a:ext cx="10972800" cy="1234440"/>
          </a:xfrm>
          <a:prstGeom prst="roundRect">
            <a:avLst>
              <a:gd name="adj" fmla="val 6667"/>
            </a:avLst>
          </a:prstGeom>
          <a:solidFill>
            <a:srgbClr val="10233F"/>
          </a:solidFill>
          <a:ln w="12700">
            <a:solidFill>
              <a:srgbClr val="1D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4901184"/>
            <a:ext cx="10570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mudanças valem na hora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41248" y="5230368"/>
            <a:ext cx="1057046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alteração em colunas ou status aparece imediatamente no Kanban de todos os perfis. Status em uso por cursos não podem ser excluídos — desative-os ou renomeie-os.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AutoriaSCS • Gestão de Cursos  —  Tutorial do Administrador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CONFIGURÁVEL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Transições por perfil — quem move o quê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972800" cy="1371600"/>
          </a:xfrm>
          <a:prstGeom prst="roundRect">
            <a:avLst>
              <a:gd name="adj" fmla="val 6000"/>
            </a:avLst>
          </a:prstGeom>
          <a:solidFill>
            <a:srgbClr val="10233F"/>
          </a:solidFill>
          <a:ln w="12700">
            <a:solidFill>
              <a:srgbClr val="1D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792224"/>
            <a:ext cx="10570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41248" y="2121408"/>
            <a:ext cx="105704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linha diz: o perfil X pode mover um curso do status A para o status B. O ADMIN não precisa de transição — pode todas.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0080" y="3200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Fases com campo obrigatório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6118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Proposto → Projeto Aprovado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0" y="36118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858000" y="36118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horária (10/20/30/40 h)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4187952"/>
            <a:ext cx="10972800" cy="0"/>
          </a:xfrm>
          <a:prstGeom prst="line">
            <a:avLst/>
          </a:prstGeom>
          <a:noFill/>
          <a:ln w="9525">
            <a:solidFill>
              <a:srgbClr val="1D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27024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Validado → Pronto para Publicação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669280" y="427024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858000" y="427024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de entrada na plataforma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5029200"/>
            <a:ext cx="10972800" cy="1097280"/>
          </a:xfrm>
          <a:prstGeom prst="roundRect">
            <a:avLst>
              <a:gd name="adj" fmla="val 7500"/>
            </a:avLst>
          </a:prstGeom>
          <a:solidFill>
            <a:srgbClr val="10233F"/>
          </a:solidFill>
          <a:ln w="12700">
            <a:solidFill>
              <a:srgbClr val="1D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5175504"/>
            <a:ext cx="10570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Socorro rápido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41248" y="5504688"/>
            <a:ext cx="105704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Transições bagunçadas por testes? Rode database/reset_transicoes.sql no phpMyAdmin — restaura o fluxo oficial completo (17 regras).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AutoriaSCS • Gestão de Cursos  —  Tutorial do Administrador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Usuários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10896" cy="31089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83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1737360"/>
            <a:ext cx="5212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completo </a:t>
            </a:r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(aparece nos cartões e e-mails);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496312"/>
            <a:ext cx="310896" cy="31089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4963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2450592"/>
            <a:ext cx="5212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 </a:t>
            </a:r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(será o login);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209544"/>
            <a:ext cx="310896" cy="31089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209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3163824"/>
            <a:ext cx="5212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</a:t>
            </a:r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(PROFESSOR, TI, MB, ADMIN ou personalizado);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922776"/>
            <a:ext cx="310896" cy="31089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9227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3877056"/>
            <a:ext cx="5212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Senha inicial </a:t>
            </a:r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oriente a trocar no 1º acesso;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636008"/>
            <a:ext cx="310896" cy="31089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6360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4590288"/>
            <a:ext cx="5212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 em </a:t>
            </a:r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</a:t>
            </a:r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5394960"/>
            <a:ext cx="5669280" cy="914400"/>
          </a:xfrm>
          <a:prstGeom prst="roundRect">
            <a:avLst>
              <a:gd name="adj" fmla="val 9000"/>
            </a:avLst>
          </a:prstGeom>
          <a:solidFill>
            <a:srgbClr val="10233F"/>
          </a:solidFill>
          <a:ln w="12700">
            <a:solidFill>
              <a:srgbClr val="1D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" y="5541264"/>
            <a:ext cx="5266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lista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5870448"/>
            <a:ext cx="5266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Editar, Redefinir senha e a chave Ativo — desativar impede o login sem apagar o histórico.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583680" y="1645920"/>
            <a:ext cx="5029200" cy="823866"/>
          </a:xfrm>
          <a:prstGeom prst="roundRect">
            <a:avLst>
              <a:gd name="adj" fmla="val 9989"/>
            </a:avLst>
          </a:prstGeom>
          <a:solidFill>
            <a:srgbClr val="10233F"/>
          </a:solidFill>
          <a:ln w="12700">
            <a:solidFill>
              <a:srgbClr val="1D3A5F"/>
            </a:solidFill>
            <a:prstDash val="solid"/>
          </a:ln>
        </p:spPr>
      </p:sp>
      <p:pic>
        <p:nvPicPr>
          <p:cNvPr id="23" name="Image 0" descr="/home/user/AutoriaSCS-Scrum-cursos/docs/tutoriais/img/admin-usuari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08" y="1755648"/>
            <a:ext cx="4809744" cy="60441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AutoriaSCS • Gestão de Cursos  —  Tutorial do Administrador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Perfis de acesso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394960" cy="950976"/>
          </a:xfrm>
          <a:prstGeom prst="roundRect">
            <a:avLst>
              <a:gd name="adj" fmla="val 8654"/>
            </a:avLst>
          </a:prstGeom>
          <a:solidFill>
            <a:srgbClr val="10233F"/>
          </a:solidFill>
          <a:ln w="12700">
            <a:solidFill>
              <a:srgbClr val="1D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792224"/>
            <a:ext cx="4992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Administração total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41248" y="2121408"/>
            <a:ext cx="4992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Tudo, inclusive a área Admin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63640" y="1645920"/>
            <a:ext cx="5394960" cy="950976"/>
          </a:xfrm>
          <a:prstGeom prst="roundRect">
            <a:avLst>
              <a:gd name="adj" fmla="val 8654"/>
            </a:avLst>
          </a:prstGeom>
          <a:solidFill>
            <a:srgbClr val="10233F"/>
          </a:solidFill>
          <a:ln w="12700">
            <a:solidFill>
              <a:srgbClr val="1D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64808" y="1792224"/>
            <a:ext cx="4992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Vê todos os cursos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64808" y="2121408"/>
            <a:ext cx="4992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 completo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724912"/>
            <a:ext cx="5394960" cy="950976"/>
          </a:xfrm>
          <a:prstGeom prst="roundRect">
            <a:avLst>
              <a:gd name="adj" fmla="val 8654"/>
            </a:avLst>
          </a:prstGeom>
          <a:solidFill>
            <a:srgbClr val="10233F"/>
          </a:solidFill>
          <a:ln w="12700">
            <a:solidFill>
              <a:srgbClr val="1D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871216"/>
            <a:ext cx="4992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Propõe cursos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41248" y="3200400"/>
            <a:ext cx="4992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Botão "Propor Novo Curso" + envio de arquivos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2724912"/>
            <a:ext cx="5394960" cy="950976"/>
          </a:xfrm>
          <a:prstGeom prst="roundRect">
            <a:avLst>
              <a:gd name="adj" fmla="val 8654"/>
            </a:avLst>
          </a:prstGeom>
          <a:solidFill>
            <a:srgbClr val="10233F"/>
          </a:solidFill>
          <a:ln w="12700">
            <a:solidFill>
              <a:srgbClr val="1D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64808" y="2871216"/>
            <a:ext cx="4992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o Kanban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64808" y="3200400"/>
            <a:ext cx="4992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Arrastar cartões / Ações de Status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803904"/>
            <a:ext cx="5394960" cy="950976"/>
          </a:xfrm>
          <a:prstGeom prst="roundRect">
            <a:avLst>
              <a:gd name="adj" fmla="val 8654"/>
            </a:avLst>
          </a:prstGeom>
          <a:solidFill>
            <a:srgbClr val="10233F"/>
          </a:solidFill>
          <a:ln w="12700">
            <a:solidFill>
              <a:srgbClr val="1D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3950208"/>
            <a:ext cx="4992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cursos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41248" y="4279392"/>
            <a:ext cx="4992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Aprovar, recusar, apontamentos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3803904"/>
            <a:ext cx="5394960" cy="950976"/>
          </a:xfrm>
          <a:prstGeom prst="roundRect">
            <a:avLst>
              <a:gd name="adj" fmla="val 8654"/>
            </a:avLst>
          </a:prstGeom>
          <a:solidFill>
            <a:srgbClr val="10233F"/>
          </a:solidFill>
          <a:ln w="12700">
            <a:solidFill>
              <a:srgbClr val="1D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64808" y="3950208"/>
            <a:ext cx="4992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 modelos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64808" y="4279392"/>
            <a:ext cx="4992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 na Biblioteca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4882896"/>
            <a:ext cx="5394960" cy="950976"/>
          </a:xfrm>
          <a:prstGeom prst="roundRect">
            <a:avLst>
              <a:gd name="adj" fmla="val 8654"/>
            </a:avLst>
          </a:prstGeom>
          <a:solidFill>
            <a:srgbClr val="10233F"/>
          </a:solidFill>
          <a:ln w="12700">
            <a:solidFill>
              <a:srgbClr val="1D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1248" y="5029200"/>
            <a:ext cx="4992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 de revisão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41248" y="5358384"/>
            <a:ext cx="4992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Avisos de cursos aguardando análise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63640" y="4882896"/>
            <a:ext cx="5394960" cy="950976"/>
          </a:xfrm>
          <a:prstGeom prst="roundRect">
            <a:avLst>
              <a:gd name="adj" fmla="val 8654"/>
            </a:avLst>
          </a:prstGeom>
          <a:solidFill>
            <a:srgbClr val="10233F"/>
          </a:solidFill>
          <a:ln w="12700">
            <a:solidFill>
              <a:srgbClr val="1D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64808" y="5029200"/>
            <a:ext cx="4992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 de inserção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64808" y="5358384"/>
            <a:ext cx="4992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MB: inserção, publicação e vídeos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" y="59436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permissão "E-mail de inserção" também identifica quem publica vídeos (a MB Estúdios). O perfil ADMIN é protegido.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AutoriaSCS • Gestão de Cursos  —  Tutorial do Administrador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Escolas — cadastro em lote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10896" cy="31089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83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1737360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 a lista na caixa de texto, </a:t>
            </a:r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escola por linha</a:t>
            </a:r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651760"/>
            <a:ext cx="310896" cy="31089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651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2606040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 em </a:t>
            </a:r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Cadastrar todas</a:t>
            </a:r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520440"/>
            <a:ext cx="310896" cy="31089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520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3474720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informa quantas entraram e quantas eram repetidas.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572000"/>
            <a:ext cx="5669280" cy="1554480"/>
          </a:xfrm>
          <a:prstGeom prst="roundRect">
            <a:avLst>
              <a:gd name="adj" fmla="val 5294"/>
            </a:avLst>
          </a:prstGeom>
          <a:solidFill>
            <a:srgbClr val="10233F"/>
          </a:solidFill>
          <a:ln w="12700">
            <a:solidFill>
              <a:srgbClr val="1D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4718304"/>
            <a:ext cx="5266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aparecem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5047488"/>
            <a:ext cx="52669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autocompletar da proposta de curso e dos filtros. Renomear atualiza os cursos vinculados; Desativar tira do autocompletar.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077529" y="1645920"/>
            <a:ext cx="4224381" cy="4480560"/>
          </a:xfrm>
          <a:prstGeom prst="roundRect">
            <a:avLst>
              <a:gd name="adj" fmla="val 1948"/>
            </a:avLst>
          </a:prstGeom>
          <a:solidFill>
            <a:srgbClr val="10233F"/>
          </a:solidFill>
          <a:ln w="12700">
            <a:solidFill>
              <a:srgbClr val="1D3A5F"/>
            </a:solidFill>
            <a:prstDash val="solid"/>
          </a:ln>
        </p:spPr>
      </p:sp>
      <p:pic>
        <p:nvPicPr>
          <p:cNvPr id="17" name="Image 0" descr="/home/user/AutoriaSCS-Scrum-cursos/docs/tutoriais/img/admin-escol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87257" y="1755648"/>
            <a:ext cx="4004925" cy="4261104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AutoriaSCS • Gestão de Cursos  —  Tutorial do Administrador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Auditoria e notificações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10972800" cy="1228177"/>
          </a:xfrm>
          <a:prstGeom prst="roundRect">
            <a:avLst>
              <a:gd name="adj" fmla="val 6701"/>
            </a:avLst>
          </a:prstGeom>
          <a:solidFill>
            <a:srgbClr val="10233F"/>
          </a:solidFill>
          <a:ln w="12700">
            <a:solidFill>
              <a:srgbClr val="1D3A5F"/>
            </a:solidFill>
            <a:prstDash val="solid"/>
          </a:ln>
        </p:spPr>
      </p:sp>
      <p:pic>
        <p:nvPicPr>
          <p:cNvPr id="5" name="Image 0" descr="/home/user/AutoriaSCS-Scrum-cursos/docs/tutoriais/img/admin-auditor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572768"/>
            <a:ext cx="10753344" cy="100872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3931920"/>
            <a:ext cx="5394960" cy="2057400"/>
          </a:xfrm>
          <a:prstGeom prst="roundRect">
            <a:avLst>
              <a:gd name="adj" fmla="val 4000"/>
            </a:avLst>
          </a:prstGeom>
          <a:solidFill>
            <a:srgbClr val="10233F"/>
          </a:solidFill>
          <a:ln w="12700">
            <a:solidFill>
              <a:srgbClr val="1D3A5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41248" y="4078224"/>
            <a:ext cx="4992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41248" y="4407408"/>
            <a:ext cx="4992624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criação/edição de cursos, mudanças de status, uploads, downloads, exclusões, apontamentos de vídeo — com data/hora, usuário, valores antes/depois e IP. Exportável em CSV.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17920" y="3931920"/>
            <a:ext cx="5394960" cy="2057400"/>
          </a:xfrm>
          <a:prstGeom prst="roundRect">
            <a:avLst>
              <a:gd name="adj" fmla="val 4000"/>
            </a:avLst>
          </a:prstGeom>
          <a:solidFill>
            <a:srgbClr val="10233F"/>
          </a:solidFill>
          <a:ln w="12700">
            <a:solidFill>
              <a:srgbClr val="1D3A5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19088" y="4078224"/>
            <a:ext cx="4992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Notificações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19088" y="4407408"/>
            <a:ext cx="4992624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 de e-mails com status ENVIADO, PENDENTE ou ERRO. Os e-mails saem na hora; o cron de 5 min reenvia os que falharem. Dá para reprocessar manualmente.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AutoriaSCS • Gestão de Cursos  —  Tutorial do Administrador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Vídeos: quem faz o quê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Disponibilizar o vídeo (com descrição) e novas versões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138160" y="16916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 Estúdios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2368296"/>
            <a:ext cx="10972800" cy="0"/>
          </a:xfrm>
          <a:prstGeom prst="line">
            <a:avLst/>
          </a:prstGeom>
          <a:noFill/>
          <a:ln w="9525">
            <a:solidFill>
              <a:srgbClr val="1D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423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Assistir, marcar os pontos com problema e aprovar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138160" y="24231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Formador(a) do curso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099816"/>
            <a:ext cx="10972800" cy="0"/>
          </a:xfrm>
          <a:prstGeom prst="line">
            <a:avLst/>
          </a:prstGeom>
          <a:noFill/>
          <a:ln w="9525">
            <a:solidFill>
              <a:srgbClr val="1D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1546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Responder apontamentos e marcar Em correção / Corrigido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138160" y="31546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 Estúdios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831336"/>
            <a:ext cx="10972800" cy="0"/>
          </a:xfrm>
          <a:prstGeom prst="line">
            <a:avLst/>
          </a:prstGeom>
          <a:noFill/>
          <a:ln w="9525">
            <a:solidFill>
              <a:srgbClr val="1D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886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Acompanhar e receber cópia dos e-mails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138160" y="38862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TI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4562856"/>
            <a:ext cx="10972800" cy="0"/>
          </a:xfrm>
          <a:prstGeom prst="line">
            <a:avLst/>
          </a:prstGeom>
          <a:noFill/>
          <a:ln w="9525">
            <a:solidFill>
              <a:srgbClr val="1D3A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4846320"/>
            <a:ext cx="10972800" cy="1280160"/>
          </a:xfrm>
          <a:prstGeom prst="roundRect">
            <a:avLst>
              <a:gd name="adj" fmla="val 6429"/>
            </a:avLst>
          </a:prstGeom>
          <a:solidFill>
            <a:srgbClr val="10233F"/>
          </a:solidFill>
          <a:ln w="12700">
            <a:solidFill>
              <a:srgbClr val="1D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4992624"/>
            <a:ext cx="10570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Armazenamento e limites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5321808"/>
            <a:ext cx="105704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vídeos ficam em storage/videos/ (fora da pasta pública) e as capturas em storage/videos/&lt;id_curso&gt;/capturas/. Para vídeos grandes, confira no cPanel → MultiPHP INI Editor se upload_max_filesize e post_max_size estão em 512M.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AutoriaSCS • Gestão de Cursos  —  Tutorial do Administrador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MANUTENÇÃO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Excluir arquivos enviados por engano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10896" cy="31089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83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173736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Abra o curso → seção </a:t>
            </a:r>
            <a:pPr indent="0" marL="0">
              <a:buNone/>
            </a:pPr>
            <a:r>
              <a:rPr lang="en-US" sz="14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Arquivos do Curso</a:t>
            </a:r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560320"/>
            <a:ext cx="310896" cy="31089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560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251460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 no botão vermelho </a:t>
            </a:r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Excluir</a:t>
            </a:r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 linha do arquivo errado;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337560"/>
            <a:ext cx="310896" cy="31089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3375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329184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 na janela — a ação fica na auditoria.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583680" y="1783080"/>
            <a:ext cx="5029200" cy="2103120"/>
          </a:xfrm>
          <a:prstGeom prst="roundRect">
            <a:avLst>
              <a:gd name="adj" fmla="val 3913"/>
            </a:avLst>
          </a:prstGeom>
          <a:solidFill>
            <a:srgbClr val="10233F"/>
          </a:solidFill>
          <a:ln w="12700">
            <a:solidFill>
              <a:srgbClr val="1D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84848" y="1929384"/>
            <a:ext cx="4626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sequência se recalcula sozinha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784848" y="2258568"/>
            <a:ext cx="4626864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era o único arquivo da categoria, ela volta a ser a etapa pendente do formador.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Somente o ADMIN tem este botão.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252407" y="4206240"/>
            <a:ext cx="7748147" cy="1828800"/>
          </a:xfrm>
          <a:prstGeom prst="roundRect">
            <a:avLst>
              <a:gd name="adj" fmla="val 4500"/>
            </a:avLst>
          </a:prstGeom>
          <a:solidFill>
            <a:srgbClr val="10233F"/>
          </a:solidFill>
          <a:ln w="12700">
            <a:solidFill>
              <a:srgbClr val="1D3A5F"/>
            </a:solidFill>
            <a:prstDash val="solid"/>
          </a:ln>
        </p:spPr>
      </p:sp>
      <p:pic>
        <p:nvPicPr>
          <p:cNvPr id="17" name="Image 0" descr="/home/user/AutoriaSCS-Scrum-cursos/docs/tutoriais/img/admin-exclui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62135" y="4315968"/>
            <a:ext cx="7528691" cy="1609344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AutoriaSCS • Gestão de Cursos  —  Tutorial do Administrador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C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Precisa de ajuda?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1024128"/>
          </a:xfrm>
          <a:prstGeom prst="roundRect">
            <a:avLst>
              <a:gd name="adj" fmla="val 8036"/>
            </a:avLst>
          </a:prstGeom>
          <a:solidFill>
            <a:srgbClr val="10233F"/>
          </a:solidFill>
          <a:ln w="12700">
            <a:solidFill>
              <a:srgbClr val="1D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837944"/>
            <a:ext cx="10479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sempre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41248" y="2167128"/>
            <a:ext cx="10479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qualquer migração (database/upgrade_v*.sql): cPanel → phpMyAdmin → Exportar.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862072"/>
            <a:ext cx="10881360" cy="1024128"/>
          </a:xfrm>
          <a:prstGeom prst="roundRect">
            <a:avLst>
              <a:gd name="adj" fmla="val 8036"/>
            </a:avLst>
          </a:prstGeom>
          <a:solidFill>
            <a:srgbClr val="10233F"/>
          </a:solidFill>
          <a:ln w="12700">
            <a:solidFill>
              <a:srgbClr val="1D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3008376"/>
            <a:ext cx="10479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Senha padrão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41248" y="3337560"/>
            <a:ext cx="10479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Troque a senha do usuário inicial admin@scseduca.com.br no primeiro acesso.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4032504"/>
            <a:ext cx="10881360" cy="1024128"/>
          </a:xfrm>
          <a:prstGeom prst="roundRect">
            <a:avLst>
              <a:gd name="adj" fmla="val 8036"/>
            </a:avLst>
          </a:prstGeom>
          <a:solidFill>
            <a:srgbClr val="10233F"/>
          </a:solidFill>
          <a:ln w="12700">
            <a:solidFill>
              <a:srgbClr val="1D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4178808"/>
            <a:ext cx="10479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teste em produção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41248" y="4507992"/>
            <a:ext cx="10479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Colunas, status e transições mudam NA HORA para todos.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5202936"/>
            <a:ext cx="10881360" cy="1024128"/>
          </a:xfrm>
          <a:prstGeom prst="roundRect">
            <a:avLst>
              <a:gd name="adj" fmla="val 8036"/>
            </a:avLst>
          </a:prstGeom>
          <a:solidFill>
            <a:srgbClr val="10233F"/>
          </a:solidFill>
          <a:ln w="12700">
            <a:solidFill>
              <a:srgbClr val="1D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5349240"/>
            <a:ext cx="10479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Rotina semanal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5678424"/>
            <a:ext cx="10479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Olhe a Auditoria e a fila de Notificações — erros de e-mail aparecem lá primeiro.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de TI do CECAPE  •  </a:t>
            </a:r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ti.cecape@scseduca.com.br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AutoriaSCS • Gestão de Cursos  —  Tutorial do Administrador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2026-08-31T17:36:08Z</dcterms:created>
  <dcterms:modified xsi:type="dcterms:W3CDTF">2026-08-31T17:36:08Z</dcterms:modified>
</cp:coreProperties>
</file>