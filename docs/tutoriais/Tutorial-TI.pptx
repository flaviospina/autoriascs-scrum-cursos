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969264" cy="969264"/>
          </a:xfrm>
          <a:prstGeom prst="roundRect">
            <a:avLst>
              <a:gd name="adj" fmla="val 15094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9692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• CECAPE SÃO CAETANO DO SUL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86384" y="29260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da Equipe TI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projeto com a carga horária, revisão técnica e pedagógica,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apontamentos e agendamento da publicação.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480560" cy="457200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 / TI — Revisão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2910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  •  ti.cecape@scseduca.com.br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quadro Kanban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busca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o projeto e a carga horária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um curso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com relatório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9224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5916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à MB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49224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a publicação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9224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5916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Modelos, relatórios e vídeos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quadro Kanban — todos os cursos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30475" y="1463040"/>
            <a:ext cx="7392010" cy="2926080"/>
          </a:xfrm>
          <a:prstGeom prst="roundRect">
            <a:avLst>
              <a:gd name="adj" fmla="val 28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kanban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203" y="1572768"/>
            <a:ext cx="7172554" cy="2706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0292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coluna é uma etapa; cada cartão, um curso.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curso "anda" da esquerda (Backlog) para a direita (Publicado). Mova arrastando o cartão ou abra o curso e use Ações de Status.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Encontrar qualquer curso com os filtros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80393" y="1463040"/>
            <a:ext cx="9692174" cy="1554480"/>
          </a:xfrm>
          <a:prstGeom prst="roundRect">
            <a:avLst>
              <a:gd name="adj" fmla="val 529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filtr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121" y="1572768"/>
            <a:ext cx="9472718" cy="13350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291840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34381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" y="3767328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fases do fluxo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3291840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4808" y="34381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Formador(a)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64808" y="3767328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Digite: os nomes cadastrados aparecem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261104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40740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41248" y="4736592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Baixa, Média, Alta, Urgente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63640" y="4261104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64808" y="440740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ensino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64808" y="4736592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suspensa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5230368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1248" y="5376672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escolar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41248" y="57058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ou escolha a escola na lista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63640" y="5230368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64808" y="5376672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64808" y="57058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 do nome do curso ou público-alvo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DECISÃO DA 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Aprovar o projeto e definir a carga horária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que está em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Proposto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146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Ações de Status, escolha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Aprovado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(10, 20, 30 ou 40 horas) — é obrigatória;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40690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confirme.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5669280" cy="1097280"/>
          </a:xfrm>
          <a:prstGeom prst="roundRect">
            <a:avLst>
              <a:gd name="adj" fmla="val 7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17550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sistema faz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504688"/>
            <a:ext cx="52669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 a carga horária oficial, monta a identificação do curso e avisa MB e TI por e-mail.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4937760" cy="4244862"/>
          </a:xfrm>
          <a:prstGeom prst="roundRect">
            <a:avLst>
              <a:gd name="adj" fmla="val 1939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ti-projeto-aprov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847088"/>
            <a:ext cx="4718304" cy="402540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DECISÃO DA 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A identificação oficial do curso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651" y="1508760"/>
            <a:ext cx="10307659" cy="1828800"/>
          </a:xfrm>
          <a:prstGeom prst="roundRect">
            <a:avLst>
              <a:gd name="adj" fmla="val 4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curso-identific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379" y="1618488"/>
            <a:ext cx="10088203" cy="1609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07101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curso  -  Nome dos formadores  -  Carga Horária do curso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466344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48097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ela aparece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41248" y="5138928"/>
            <a:ext cx="4992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topo da página do curso, no e-mail enviado à MB e à TI, e como nome do pacote ZIP de materiais.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19088" y="48097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19088" y="5138928"/>
            <a:ext cx="4992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nome padronizado da pasta do curso — a MB Estúdios usa exatamente esse texto.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Revisar um curso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830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formador move para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Análise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 TI recebe e-mail;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803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e mova para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9776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Analise: Backlog, Checklist,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na ordem oficial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(botão Baixar todos em ZIP) e Links Externos;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120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50749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Decida: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 </a:t>
            </a:r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com relatório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4846320" cy="3463114"/>
          </a:xfrm>
          <a:prstGeom prst="roundRect">
            <a:avLst>
              <a:gd name="adj" fmla="val 237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ti-acoes-revi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1801368"/>
            <a:ext cx="4626864" cy="324365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Recusar com relatório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vermelho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com relatório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30428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o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Técnico, Pedagógico, ABNT ou Outro;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91693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712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Descreva o ajuste com precisão;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8386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83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43814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branco são ignoradas. Clique em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Recusa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1783080"/>
            <a:ext cx="5212080" cy="2011680"/>
          </a:xfrm>
          <a:prstGeom prst="roundRect">
            <a:avLst>
              <a:gd name="adj" fmla="val 409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929384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numa operação só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01968" y="2258568"/>
            <a:ext cx="480974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os apontamentos, muda o status para "Recusado - Ajustes Necessários" e envia ao formador o e-mail com a lista completa.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56139" y="4160520"/>
            <a:ext cx="5940682" cy="2057400"/>
          </a:xfrm>
          <a:prstGeom prst="roundRect">
            <a:avLst>
              <a:gd name="adj" fmla="val 4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ti-modal-recu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5867" y="4270248"/>
            <a:ext cx="5721226" cy="183794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Resumo das suas movimentações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Proposto → Projeto Aprovado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766560" y="1691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projeto (com a carga horária)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6771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31343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Análise → Em Revisão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66560" y="231343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iniciar a análise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89504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3522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Nova Análise → Em Revisão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9352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iniciar a reanálise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57016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 → Aprovado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0" y="355701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aprovado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133088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17880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 → Recusado - Ajustes Necessários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1788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botão "Recusar com relatório"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754880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8006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→ Enviado para Inserção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0" y="4800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 à MB Estúdios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7667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42239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→ Pronto para Publicação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542239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data de publicação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 FINAL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Agendar a publicação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formador confere o curso montado e marca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6517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e escolha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Publicação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5661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a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 entrada na plataforma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(obrigatória);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526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44805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Formador e MB recebem a data.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5852160" cy="1005840"/>
          </a:xfrm>
          <a:prstGeom prst="roundRect">
            <a:avLst>
              <a:gd name="adj" fmla="val 818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358384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disso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687568"/>
            <a:ext cx="5449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MB publica na data e marca "Publicado" — fim do fluxo.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766560" y="1828800"/>
            <a:ext cx="4846320" cy="2109910"/>
          </a:xfrm>
          <a:prstGeom prst="roundRect">
            <a:avLst>
              <a:gd name="adj" fmla="val 39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ti-data-public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1938528"/>
            <a:ext cx="4626864" cy="189045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Modelos, relatórios e vídeos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8379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Modelos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67128"/>
            <a:ext cx="49926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Publique os templates oficiais com título, categoria, versão e arquivo (até 50MB). O ★ marca a versão vigente.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9088" y="18379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167128"/>
            <a:ext cx="49926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Cursos por status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Produção por formador(a)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Prazos estourados e próximos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Exportação CSV (abre no Excel)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94106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Vídeos: a TI acompanha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270248"/>
            <a:ext cx="105704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dos vídeos é feita pelo(a) FORMADOR(A), sobre o material produzido pela MB ESTÚDIOS. A TI acompanha pelo botão 🎬 Vídeos do curso e recebe cópia dos e-mails de apontamento e de aprovação — sem precisar agir, salvo se for solicitada.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Formador não consegue mover o curso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a fase: o projeto precisa estar aprovado (com carga horária). O ADMIN revisa a tela Transições por perfil.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1638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enviado errado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49300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ADMIN exclui arquivos (botão Excluir na lista, com auditoria).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5354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não chegou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86460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→ Notificações mostra a fila (enviado, pendente, erro) e permite reprocessar.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do CECAPE  •  </a:t>
            </a:r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ti.cecape@scseduca.com.br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2026-08-31T17:49:00Z</dcterms:created>
  <dcterms:modified xsi:type="dcterms:W3CDTF">2026-08-31T17:49:00Z</dcterms:modified>
</cp:coreProperties>
</file>