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34440"/>
            <a:ext cx="969264" cy="969264"/>
          </a:xfrm>
          <a:prstGeom prst="roundRect">
            <a:avLst>
              <a:gd name="adj" fmla="val 15094"/>
            </a:avLst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234440"/>
            <a:ext cx="96926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41248" y="26060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• CECAPE SÃO CAETANO DO SUL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86384" y="2926080"/>
            <a:ext cx="10607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Tutorial da Equipe TI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42062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projeto com a carga horária, revisão técnica e pedagógica,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apontamentos e agendamento da publicação.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480560" cy="457200"/>
          </a:xfrm>
          <a:prstGeom prst="roundRect">
            <a:avLst>
              <a:gd name="adj" fmla="val 50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5349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Perfil: </a:t>
            </a:r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CECAPE / TI — Revisão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6291072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cecapescs.com.br/autoriascs/scrum  •  ti.cecape@scseduca.com.br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 vai aprender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74650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quadro Kanban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2862072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07008" y="2825496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de busca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394106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07008" y="39044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o projeto e a carga horária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07008" y="498348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um curso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6492240" y="1783080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59168" y="1746504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com relatório</a:t>
            </a:r>
            <a:endParaRPr lang="en-US" sz="1550" dirty="0"/>
          </a:p>
        </p:txBody>
      </p:sp>
      <p:sp>
        <p:nvSpPr>
          <p:cNvPr id="19" name="Shape 17"/>
          <p:cNvSpPr/>
          <p:nvPr/>
        </p:nvSpPr>
        <p:spPr>
          <a:xfrm>
            <a:off x="6492240" y="2862072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92240" y="2862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059168" y="2825496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Encaminhar à MB</a:t>
            </a:r>
            <a:endParaRPr lang="en-US" sz="1550" dirty="0"/>
          </a:p>
        </p:txBody>
      </p:sp>
      <p:sp>
        <p:nvSpPr>
          <p:cNvPr id="22" name="Shape 20"/>
          <p:cNvSpPr/>
          <p:nvPr/>
        </p:nvSpPr>
        <p:spPr>
          <a:xfrm>
            <a:off x="6492240" y="3941064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9224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059168" y="39044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Agendar a publicação</a:t>
            </a:r>
            <a:endParaRPr lang="en-US" sz="1550" dirty="0"/>
          </a:p>
        </p:txBody>
      </p:sp>
      <p:sp>
        <p:nvSpPr>
          <p:cNvPr id="25" name="Shape 23"/>
          <p:cNvSpPr/>
          <p:nvPr/>
        </p:nvSpPr>
        <p:spPr>
          <a:xfrm>
            <a:off x="6492240" y="5020056"/>
            <a:ext cx="384048" cy="384048"/>
          </a:xfrm>
          <a:prstGeom prst="ellipse">
            <a:avLst/>
          </a:prstGeom>
          <a:solidFill>
            <a:srgbClr val="10233F"/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5020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059168" y="4983480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Modelos, relatórios e vídeos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quadro Kanban — todos os cursos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430475" y="1463040"/>
            <a:ext cx="7392010" cy="2926080"/>
          </a:xfrm>
          <a:prstGeom prst="roundRect">
            <a:avLst>
              <a:gd name="adj" fmla="val 281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kanban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0203" y="1572768"/>
            <a:ext cx="7172554" cy="2706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0292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coluna é uma etapa; cada cartão, um curso.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curso "anda" da esquerda (Backlog) para a direita (Publicado). Mova arrastando o cartão ou abra o curso e use Ações de Status.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Encontrar qualquer curso com os filtros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280393" y="1463040"/>
            <a:ext cx="9692174" cy="1554480"/>
          </a:xfrm>
          <a:prstGeom prst="roundRect">
            <a:avLst>
              <a:gd name="adj" fmla="val 5294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filtr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0121" y="1572768"/>
            <a:ext cx="9472718" cy="13350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291840"/>
            <a:ext cx="5394960" cy="841248"/>
          </a:xfrm>
          <a:prstGeom prst="roundRect">
            <a:avLst>
              <a:gd name="adj" fmla="val 978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41248" y="343814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41248" y="3767328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fases do fluxo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3291840"/>
            <a:ext cx="5394960" cy="841248"/>
          </a:xfrm>
          <a:prstGeom prst="roundRect">
            <a:avLst>
              <a:gd name="adj" fmla="val 978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4808" y="343814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Formador(a)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64808" y="3767328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Digite: os nomes cadastrados aparecem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261104"/>
            <a:ext cx="5394960" cy="841248"/>
          </a:xfrm>
          <a:prstGeom prst="roundRect">
            <a:avLst>
              <a:gd name="adj" fmla="val 978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407408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41248" y="4736592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Baixa, Média, Alta, Urgente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63640" y="4261104"/>
            <a:ext cx="5394960" cy="841248"/>
          </a:xfrm>
          <a:prstGeom prst="roundRect">
            <a:avLst>
              <a:gd name="adj" fmla="val 978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64808" y="4407408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ensino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64808" y="4736592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suspensa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40080" y="5230368"/>
            <a:ext cx="5394960" cy="841248"/>
          </a:xfrm>
          <a:prstGeom prst="roundRect">
            <a:avLst>
              <a:gd name="adj" fmla="val 978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1248" y="5376672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escolar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41248" y="570585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Digite ou escolha a escola na lista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263640" y="5230368"/>
            <a:ext cx="5394960" cy="841248"/>
          </a:xfrm>
          <a:prstGeom prst="roundRect">
            <a:avLst>
              <a:gd name="adj" fmla="val 9783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64808" y="5376672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64808" y="5705856"/>
            <a:ext cx="49926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Trecho do nome do curso ou público-alvo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DECISÃO DA 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Aprovar o projeto e definir a carga horária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curso que está em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Proposto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6032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560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51460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Ações de Status, escolha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Aprovado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3375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2918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a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horária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(10, 20, 30 ou 40 horas) — é obrigatória;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11480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114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406908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Status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confirme.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029200"/>
            <a:ext cx="5669280" cy="1097280"/>
          </a:xfrm>
          <a:prstGeom prst="roundRect">
            <a:avLst>
              <a:gd name="adj" fmla="val 75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5175504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sistema faz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5504688"/>
            <a:ext cx="526694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 a carga horária oficial, monta a identificação do curso e avisa MB e TI por e-mail.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75120" y="1737360"/>
            <a:ext cx="4937760" cy="4244862"/>
          </a:xfrm>
          <a:prstGeom prst="roundRect">
            <a:avLst>
              <a:gd name="adj" fmla="val 1939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ti-projeto-aprov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1847088"/>
            <a:ext cx="4718304" cy="402540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DECISÃO DA 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A identificação oficial do curso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651" y="1508760"/>
            <a:ext cx="10307659" cy="1828800"/>
          </a:xfrm>
          <a:prstGeom prst="roundRect">
            <a:avLst>
              <a:gd name="adj" fmla="val 45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5" name="Image 0" descr="/home/user/AutoriaSCS-Scrum-cursos/docs/tutoriais/img/curso-identific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379" y="1618488"/>
            <a:ext cx="10088203" cy="16093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566160"/>
            <a:ext cx="10972800" cy="914400"/>
          </a:xfrm>
          <a:prstGeom prst="roundRect">
            <a:avLst>
              <a:gd name="adj" fmla="val 9000"/>
            </a:avLst>
          </a:prstGeom>
          <a:solidFill>
            <a:srgbClr val="07101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do curso  -  Nome dos formadores  -  Carga Horária do curso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40080" y="466344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480974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ela aparece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41248" y="5138928"/>
            <a:ext cx="4992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topo da página do curso, no e-mail enviado à MB e à TI, e como nome do pacote ZIP de materiais.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17920" y="466344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19088" y="480974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que serve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419088" y="5138928"/>
            <a:ext cx="4992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nome padronizado da pasta do curso — a MB Estúdios usa exatamente esse texto.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Revisar um curso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8308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formador move para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Análise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a TI recebe e-mail;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926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88036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curso e mova para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Revisão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02336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97764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Analise: Backlog, Checklist,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Arquivos na ordem oficial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(botão Baixar todos em ZIP) e Links Externos;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512064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120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50749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Decida: </a:t>
            </a:r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 </a:t>
            </a:r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com relatório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66560" y="1691640"/>
            <a:ext cx="4846320" cy="3463114"/>
          </a:xfrm>
          <a:prstGeom prst="roundRect">
            <a:avLst>
              <a:gd name="adj" fmla="val 2376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17" name="Image 0" descr="/home/user/AutoriaSCS-Scrum-cursos/docs/tutoriais/img/ti-acoes-revis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88" y="1801368"/>
            <a:ext cx="4626864" cy="324365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Recusar com relatório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botão vermelho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com relatório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6517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o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Técnico, Pedagógico, ABNT ou Outro;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5661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Descreva o ajuste com precisão;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526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44805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Linhas em branco são ignoradas. Clique em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 Recusa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5486400" cy="1005840"/>
          </a:xfrm>
          <a:prstGeom prst="roundRect">
            <a:avLst>
              <a:gd name="adj" fmla="val 8182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535838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numa operação só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5687568"/>
            <a:ext cx="5084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os apontamentos, muda o status e envia ao formador o e-mail com a lista completa.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72598" y="1554480"/>
            <a:ext cx="4759925" cy="4663440"/>
          </a:xfrm>
          <a:prstGeom prst="roundRect">
            <a:avLst>
              <a:gd name="adj" fmla="val 176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ti-modal-recus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2326" y="1664208"/>
            <a:ext cx="4540469" cy="444398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Resumo das suas movimentações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Proposto → Projeto Aprovado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766560" y="16916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Aprovação do projeto (com a carga horária)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67712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31343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Análise → Em Revisão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66560" y="231343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iniciar a análise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2889504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935224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Nova Análise → Em Revisão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766560" y="2935224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iniciar a reanálise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511296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57016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Revisão → Aprovado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766560" y="3557016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aprovado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4133088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178808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Revisão → Recusado - Ajustes Necessários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1788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Pelo botão "Recusar com relatório"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754880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8006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→ Enviado para Inserção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766560" y="48006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Encaminha à MB Estúdios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5376672"/>
            <a:ext cx="10972800" cy="0"/>
          </a:xfrm>
          <a:prstGeom prst="line">
            <a:avLst/>
          </a:prstGeom>
          <a:noFill/>
          <a:ln w="9525">
            <a:solidFill>
              <a:srgbClr val="1D3A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422392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→ Pronto para Publicação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766560" y="5422392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data de publicação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 FINAL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Agendar a publicação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formador confere o curso montado e marca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6974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265176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curso e escolha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Pronto para Publicação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6118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611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97280" y="356616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a </a:t>
            </a:r>
            <a:pPr indent="0" marL="0">
              <a:buNone/>
            </a:pPr>
            <a:r>
              <a:rPr lang="en-US" sz="14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 entrada na plataforma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(obrigatória);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526280"/>
            <a:ext cx="310896" cy="310896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5262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71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4480560"/>
            <a:ext cx="5394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em 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Atualizar Status</a:t>
            </a:r>
            <a:pPr indent="0" marL="0">
              <a:buNone/>
            </a:pPr>
            <a:r>
              <a:rPr lang="en-US" sz="14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Formador e MB recebem a data.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212080"/>
            <a:ext cx="5852160" cy="1005840"/>
          </a:xfrm>
          <a:prstGeom prst="roundRect">
            <a:avLst>
              <a:gd name="adj" fmla="val 8182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5358384"/>
            <a:ext cx="5449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disso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5687568"/>
            <a:ext cx="5449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MB publica na data e marca "Publicado" — fim do fluxo.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766560" y="1828800"/>
            <a:ext cx="4846320" cy="2109910"/>
          </a:xfrm>
          <a:prstGeom prst="roundRect">
            <a:avLst>
              <a:gd name="adj" fmla="val 390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pic>
        <p:nvPicPr>
          <p:cNvPr id="20" name="Image 0" descr="/home/user/AutoriaSCS-Scrum-cursos/docs/tutoriais/img/ti-data-public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88" y="1938528"/>
            <a:ext cx="4626864" cy="189045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Modelos, relatórios e vídeos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1783080"/>
          </a:xfrm>
          <a:prstGeom prst="roundRect">
            <a:avLst>
              <a:gd name="adj" fmla="val 461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83794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Biblioteca de Modelos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67128"/>
            <a:ext cx="49926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Publique os templates oficiais com título, categoria, versão e arquivo (até 50MB). O ★ marca a versão vigente.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691640"/>
            <a:ext cx="5394960" cy="1783080"/>
          </a:xfrm>
          <a:prstGeom prst="roundRect">
            <a:avLst>
              <a:gd name="adj" fmla="val 4615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19088" y="1837944"/>
            <a:ext cx="4992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19088" y="2167128"/>
            <a:ext cx="4992624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Cursos por status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Produção por formador(a)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Prazos estourados e próximos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Exportação CSV (abre no Excel)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941064"/>
            <a:ext cx="1057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Vídeos: a TI acompanha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4270248"/>
            <a:ext cx="105704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dos vídeos é feita pelo(a) FORMADOR(A), sobre o material produzido pela MB ESTÚDIOS. A TI acompanha pelo botão 🎬 Vídeos do curso e recebe cópia dos e-mails de apontamento e de aprovação — sem precisar agir, salvo se for solicitada.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C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 de ajuda?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83794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Formador não consegue mover o curso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41248" y="2167128"/>
            <a:ext cx="104790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Confira a fase: o projeto precisa estar aprovado (com carga horária). O ADMIN revisa a tela Transições por perfil.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325526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enviado errado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584448"/>
            <a:ext cx="104790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o ADMIN exclui arquivos (botão Excluir na lista, com auditoria).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52628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10233F"/>
          </a:solidFill>
          <a:ln w="12700">
            <a:solidFill>
              <a:srgbClr val="1D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4672584"/>
            <a:ext cx="104790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E-mail não chegou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5001768"/>
            <a:ext cx="1047902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→ Notificações mostra a fila (enviado, pendente, erro) e permite reprocessar.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de TI do CECAPE  •  </a:t>
            </a:r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ti.cecape@scseduca.com.br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AutoriaSCS • Gestão de Cursos  —  Tutorial da Equipe TI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725912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AA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2026-08-31T17:36:08Z</dcterms:created>
  <dcterms:modified xsi:type="dcterms:W3CDTF">2026-08-31T17:36:08Z</dcterms:modified>
</cp:coreProperties>
</file>