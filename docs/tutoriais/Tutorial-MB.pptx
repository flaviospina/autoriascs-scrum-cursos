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969264" cy="969264"/>
          </a:xfrm>
          <a:prstGeom prst="roundRect">
            <a:avLst>
              <a:gd name="adj" fmla="val 15094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9692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• CECAPE SÃO CAETANO DO SUL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86384" y="29260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da MB Estúdios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baixar os materiais completos (na ordem certa de inserção),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o avanço e publicar os cursos na Plataforma AutoriaSCS.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Estúdios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2910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  •  ti.cecape@scseduca.com.br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65506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da MB no fluxo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496312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os cursos no Kanban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37413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33756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o status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17880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o pacote ZIP na ordem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169164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165506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arquivos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92240" y="2532888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59168" y="2496312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conta MB não faz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492240" y="337413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333756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comuns e suporte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 MB entra em cena duas vezes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1 — Inserção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499262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 aprova e move para "Enviado para Inserção" → a MB recebe e-mail.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Baixe o pacote de materiais, monte o curso na plataforma e registre: Em Inserção → Inserido.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908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2 — Publicação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121408"/>
            <a:ext cx="499262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Formador valida, TI agenda a data ("Pronto para Publicação") → a MB recebe e-mail com a data.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dia, publique na plataforma e marque: Publicado.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29768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44398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automáticos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773168"/>
            <a:ext cx="1057046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marcar "Inserido", o formador e a TI recebem e-mail para iniciar a validação. Ao marcar "Publicado", o formador recebe a confirmação. Você não precisa avisar ninguém por fora do sistema.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Encontrar os cursos no Kanban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24685" y="1463040"/>
            <a:ext cx="8603590" cy="3383280"/>
          </a:xfrm>
          <a:prstGeom prst="roundRect">
            <a:avLst>
              <a:gd name="adj" fmla="val 243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kanban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4413" y="1572768"/>
            <a:ext cx="8384134" cy="3163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cursos da MB estão nas colunas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Estúdio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(Enviado para Inserção, Em Inserção, Inserido) e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(Pronto para Publicação). Clique em Abrir no cartão para entrar na página do curso.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Mover o status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página do curso, quadro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de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146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mostra apenas a movimentação permitida à MB agora;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é opcional. 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confirme.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669280" cy="621792"/>
          </a:xfrm>
          <a:prstGeom prst="roundRect">
            <a:avLst>
              <a:gd name="adj" fmla="val 1323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35254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5266944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420624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Enviado para Inserção → Em Inserção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06240" y="42062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"Começamos a montar o curso"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19472"/>
            <a:ext cx="5669280" cy="621792"/>
          </a:xfrm>
          <a:prstGeom prst="roundRect">
            <a:avLst>
              <a:gd name="adj" fmla="val 1323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506577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5394960"/>
            <a:ext cx="5266944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41248" y="491947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Inserção → Inserido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06240" y="491947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"Curso montado — formador pode conferir"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632704"/>
            <a:ext cx="5669280" cy="621792"/>
          </a:xfrm>
          <a:prstGeom prst="roundRect">
            <a:avLst>
              <a:gd name="adj" fmla="val 1323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577900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1248" y="6108192"/>
            <a:ext cx="5266944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1248" y="563270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Publicação → Publicado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206240" y="5632704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"Curso publicado na plataforma"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766560" y="1920240"/>
            <a:ext cx="4846320" cy="1281218"/>
          </a:xfrm>
          <a:prstGeom prst="roundRect">
            <a:avLst>
              <a:gd name="adj" fmla="val 642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9" name="Image 0" descr="/home/user/AutoriaSCS-Scrum-cursos/docs/tutoriais/img/mb-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2029968"/>
            <a:ext cx="4626864" cy="1061762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Baixar tudo de uma vez, na ordem certa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752435"/>
          </a:xfrm>
          <a:prstGeom prst="roundRect">
            <a:avLst>
              <a:gd name="adj" fmla="val 1093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mb-z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64208"/>
            <a:ext cx="5175504" cy="53297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7432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743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97280" y="2697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verde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todos (ZIP)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97280" y="3429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Extraia o arquivo baixado (botão direito → Extrair tudo);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20624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97280" y="41605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Insira na plataforma seguindo a numeração das pastas.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0" y="1554480"/>
            <a:ext cx="5212080" cy="4023360"/>
          </a:xfrm>
          <a:prstGeom prst="roundRect">
            <a:avLst>
              <a:gd name="adj" fmla="val 2045"/>
            </a:avLst>
          </a:prstGeom>
          <a:solidFill>
            <a:srgbClr val="07101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29400" y="1737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pacote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629400" y="214884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00 - Geral/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01 - Apresentação do(s) Formador(es) - ....pdf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02 - Apresentação do Curso - ....pdf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03 - Objetivos - ....pdf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01 - Módulo 1/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01 - Apresentação do Módulo - ....pdf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02 - Slide - ....pptx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03 - Vídeo - ....mp4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04 - Anexo - ....zip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02 - Módulo 2/ ...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" y="53949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declaradas "sem material" pelo formador não existem no pacote — não é erro.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 lista na tela segue a mesma ordem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95950" y="1508760"/>
            <a:ext cx="10861060" cy="3108960"/>
          </a:xfrm>
          <a:prstGeom prst="roundRect">
            <a:avLst>
              <a:gd name="adj" fmla="val 264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mb-arquiv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678" y="1618488"/>
            <a:ext cx="10641604" cy="2889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conferência: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Geral primeiro, depois Módulo 1, 2...; dentro de cada módulo, a sequência oficial das categorias. Vídeos brutos e materiais acima de 25MB ficam na seção Links Externos (Google Drive), na mesma página.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SABER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O que a conta MB não faz (de propósito)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2377440"/>
          </a:xfrm>
          <a:prstGeom prst="roundRect">
            <a:avLst>
              <a:gd name="adj" fmla="val 346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883664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envia arquivos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212848"/>
            <a:ext cx="316382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formulário de upload nem aparece — o envio de materiais é exclusivo do formador.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737360"/>
            <a:ext cx="3566160" cy="2377440"/>
          </a:xfrm>
          <a:prstGeom prst="roundRect">
            <a:avLst>
              <a:gd name="adj" fmla="val 346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883664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baixa arquivo avulso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2212848"/>
            <a:ext cx="316382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material desce sempre completo, pelo ZIP — é o que garante a ordem e a conferência.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737360"/>
            <a:ext cx="3474720" cy="2377440"/>
          </a:xfrm>
          <a:prstGeom prst="roundRect">
            <a:avLst>
              <a:gd name="adj" fmla="val 346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1883664"/>
            <a:ext cx="3072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edita cursos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39328" y="2212848"/>
            <a:ext cx="307238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é do formador; revisão e apontamentos são da TI. A MB movimenta apenas as suas fases.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62686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956048"/>
            <a:ext cx="10570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equipe opera só a sua parte do fluxo. Isso evita alterações acidentais e mantém a auditoria limpa: tudo o que a MB faz (downloads e movimentações) fica registrado automaticamente.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"Baixar todos" não aparece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curso ainda não tem arquivos enviados — em geral ele só chega à MB depois dos envios do formador.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06624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852928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consigo mover o status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182112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MB move apenas nas suas 3 transições. Se o curso está em outra fase, a ação é de outra equipe.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67328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913632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Esqueci a senha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242816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para ti.cecape@scseduca.com.br pedindo a redefinição.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do CECAPE  •  </a:t>
            </a:r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ti.cecape@scseduca.com.br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MB Estúdios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2026-08-19T12:31:41Z</dcterms:created>
  <dcterms:modified xsi:type="dcterms:W3CDTF">2026-08-19T12:31:41Z</dcterms:modified>
</cp:coreProperties>
</file>