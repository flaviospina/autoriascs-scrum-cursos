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da MB Estúdios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disponibilizar os vídeos para a análise do formador, tratar os apontamentos,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os materiais na ordem e publicar os cursos.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48056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Estúdios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da MB no fluxo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os cursos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o status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o pacote ZIP na ordem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Disponibilizar vídeos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os apontamentos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versões corrigidas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9224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conta MB não faz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papel da 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1874520"/>
          </a:xfrm>
          <a:prstGeom prst="roundRect">
            <a:avLst>
              <a:gd name="adj" fmla="val 439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dos vídeos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316382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MB produz as videoaulas e as disponibiliza no sistema para o(a) formador(a) analisar.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566160" cy="1874520"/>
          </a:xfrm>
          <a:prstGeom prst="roundRect">
            <a:avLst>
              <a:gd name="adj" fmla="val 439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79222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1 — Inserção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121408"/>
            <a:ext cx="316382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 move para "Enviado para Inserção" → a MB baixa o pacote, monta o curso e marca Em Inserção → Inserido.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45920"/>
            <a:ext cx="3474720" cy="1874520"/>
          </a:xfrm>
          <a:prstGeom prst="roundRect">
            <a:avLst>
              <a:gd name="adj" fmla="val 439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1792224"/>
            <a:ext cx="3072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2 — Publicação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39328" y="2121408"/>
            <a:ext cx="30723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data agendada pela TI, a MB publica na plataforma e marca Publicado.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98678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tudo: a identificação do curso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315968"/>
            <a:ext cx="1057046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TI aprova o projeto de um curso novo, a MB recebe um e-mail com a identificação oficial no formato "Nome do curso - Nome do(a) formador(a) - Carga horária". Use exatamente esse nome na pasta do curso — ele também dá nome ao pacote ZIP dos materiais.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Encontrar os cursos no Kanban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30475" y="1463040"/>
            <a:ext cx="7392010" cy="2926080"/>
          </a:xfrm>
          <a:prstGeom prst="roundRect">
            <a:avLst>
              <a:gd name="adj" fmla="val 28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kanban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203" y="1572768"/>
            <a:ext cx="7172554" cy="2706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quadro mostra todas as etapas do fluxo.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para a direita até as colunas MB Estúdio e Publicado — é onde ficam os cursos que aguardam a MB. Clique em Abrir no cartão para entrar na página do curso.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Mover o status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página do curso, quadro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de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mostra apenas a movimentação permitida à MB agora;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confirme.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669280" cy="621792"/>
          </a:xfrm>
          <a:prstGeom prst="roundRect">
            <a:avLst>
              <a:gd name="adj" fmla="val 1323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35254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526694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420624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 para Inserção → Em Inserção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97680" y="420624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Começamos a montar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19472"/>
            <a:ext cx="5669280" cy="621792"/>
          </a:xfrm>
          <a:prstGeom prst="roundRect">
            <a:avLst>
              <a:gd name="adj" fmla="val 1323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506577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5394960"/>
            <a:ext cx="526694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41248" y="49194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Inserção → Inserido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97680" y="491947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 pode conferir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632704"/>
            <a:ext cx="5669280" cy="621792"/>
          </a:xfrm>
          <a:prstGeom prst="roundRect">
            <a:avLst>
              <a:gd name="adj" fmla="val 1323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577900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" y="6108192"/>
            <a:ext cx="526694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1248" y="563270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Publicação → Publicado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297680" y="563270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no ar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766560" y="1783080"/>
            <a:ext cx="4846320" cy="1281218"/>
          </a:xfrm>
          <a:prstGeom prst="roundRect">
            <a:avLst>
              <a:gd name="adj" fmla="val 64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9" name="Image 0" descr="/home/user/AutoriaSCS-Scrum-cursos/docs/tutoriais/img/mb-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1892808"/>
            <a:ext cx="4626864" cy="1061762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Baixar tudo de uma vez, na ordem certa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752435"/>
          </a:xfrm>
          <a:prstGeom prst="roundRect">
            <a:avLst>
              <a:gd name="adj" fmla="val 1093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mb-z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5175504" cy="53297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7432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97280" y="2697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verde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todos (ZIP)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97280" y="3429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Extraia o arquivo (botão direito → Extrair tudo);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2062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97280" y="41605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Insira na plataforma seguindo a numeração das pastas.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0" y="1554480"/>
            <a:ext cx="5212080" cy="3200400"/>
          </a:xfrm>
          <a:prstGeom prst="roundRect">
            <a:avLst>
              <a:gd name="adj" fmla="val 2571"/>
            </a:avLst>
          </a:prstGeom>
          <a:solidFill>
            <a:srgbClr val="07101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29400" y="1737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pacote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629400" y="214884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00 - Geral/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01 - Apresentação do(s) Formador(es)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02 - Apresentação do Curso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03 - Objetivos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01 - Módulo 1/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01 - Apresentação do Módulo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02 - Slide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03 - Vídeo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04 - Anexo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02 - Módulo 2/ ...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53949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ZIP recebe a identificação oficial do curso.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Disponibilizar um vídeo para análise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e 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Vídeos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24328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78608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46557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41985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</a:t>
            </a:r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 do vídeo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obrigatória: esse texto vai no e-mail do(a) formador(a);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30682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4261104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 o MP4 (até 512MB) e 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Disponibilizar para análise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566928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40410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formador é avisado na hora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733288"/>
            <a:ext cx="5266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recebe a descrição que você escreveu e o link do vídeo, já liberado na plataforma.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12654" y="1737360"/>
            <a:ext cx="3062693" cy="4480560"/>
          </a:xfrm>
          <a:prstGeom prst="roundRect">
            <a:avLst>
              <a:gd name="adj" fmla="val 268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mb-publica-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2382" y="1847088"/>
            <a:ext cx="2843237" cy="426110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Tratar os apontamentos do formador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398644" y="1463040"/>
            <a:ext cx="3249433" cy="4480560"/>
          </a:xfrm>
          <a:prstGeom prst="roundRect">
            <a:avLst>
              <a:gd name="adj" fmla="val 253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video-aponta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8372" y="1572768"/>
            <a:ext cx="3029977" cy="4261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463040"/>
            <a:ext cx="3931920" cy="2377440"/>
          </a:xfrm>
          <a:prstGeom prst="roundRect">
            <a:avLst>
              <a:gd name="adj" fmla="val 346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82128" y="1609344"/>
            <a:ext cx="3529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cada apontamento traz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82128" y="1938528"/>
            <a:ext cx="352958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momento exato (minuto, segundo e frame)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classificação do problema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orientação de correção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Muitas vezes, a captura do frame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680960" y="4023360"/>
            <a:ext cx="3931920" cy="1920240"/>
          </a:xfrm>
          <a:prstGeom prst="roundRect">
            <a:avLst>
              <a:gd name="adj" fmla="val 428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82128" y="4169664"/>
            <a:ext cx="3529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MB faz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82128" y="4498848"/>
            <a:ext cx="352958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Responder na caixinha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Marcar Em correção enquanto trabalha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Marcar Corrigido ao concluir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situação Aprovado é do formador.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Enviar a versão corrigida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bloco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Disponibilizar nova versão corrigida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anexe o novo arquivo;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Descreva no campo de observação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nesta versão;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Envie: o sistema cria a v2 (v3, v4...), avisa o formador e reabre a análise.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221638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206240"/>
            <a:ext cx="12216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analisada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98294" y="42062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09190" y="4206240"/>
            <a:ext cx="1060704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09190" y="4206240"/>
            <a:ext cx="1060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corrige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06470" y="42062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17366" y="4206240"/>
            <a:ext cx="1704442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7366" y="4206240"/>
            <a:ext cx="1704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disponibilizada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58384" y="42062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0" y="420624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0" y="42062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 aprova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508406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completo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1248" y="5413248"/>
            <a:ext cx="105704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versões e seus apontamentos ficam guardados. A lista "Comparar versão" permite rever qualquer versão anterior.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SABER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O que a conta MB não faz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66160" cy="1691640"/>
          </a:xfrm>
          <a:prstGeom prst="roundRect">
            <a:avLst>
              <a:gd name="adj" fmla="val 486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2938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envia materiais do curso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316382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PDFs e anexos são enviados pelo formador. A MB envia apenas os vídeos.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783080"/>
            <a:ext cx="3566160" cy="1691640"/>
          </a:xfrm>
          <a:prstGeom prst="roundRect">
            <a:avLst>
              <a:gd name="adj" fmla="val 486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92938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baixa arquivo avulso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258568"/>
            <a:ext cx="316382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material desce sempre completo, pelo ZIP — é o que garante a ordem.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78308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1929384"/>
            <a:ext cx="3072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aprova os vídeos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39328" y="2258568"/>
            <a:ext cx="30723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aprovação final é do(a) formador(a) que analisou o material.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10972800" cy="2103120"/>
          </a:xfrm>
          <a:prstGeom prst="roundRect">
            <a:avLst>
              <a:gd name="adj" fmla="val 39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98678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315968"/>
            <a:ext cx="1057046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equipe opera só a sua parte do fluxo. Isso evita alterações acidentais e mantém a auditoria limpa: tudo o que a MB faz (envios, downloads e movimentações) fica registrado automaticamente.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formador não recebeu o e-mail do vídeo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que o vídeo aparece na lista de 🎬 Vídeos. Se aparecer, o e-mail foi disparado — peça que confira o spam.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1638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"Baixar todos" não aparece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49300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curso ainda não tem materiais enviados pelo formador.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5354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consigo mover o status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86460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MB move apenas nas suas 3 transições. Em outra fase, a ação é de outra equipe.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2026-08-31T17:49:00Z</dcterms:created>
  <dcterms:modified xsi:type="dcterms:W3CDTF">2026-08-31T17:49:00Z</dcterms:modified>
</cp:coreProperties>
</file>