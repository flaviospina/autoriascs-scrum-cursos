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Comforta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Gr7IPlrXKAz1DSlN5o48HfaMN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Comfortaa-regular.fntdata"/><Relationship Id="rId21" Type="http://schemas.openxmlformats.org/officeDocument/2006/relationships/font" Target="fonts/HelveticaNeue-boldItalic.fntdata"/><Relationship Id="rId24" Type="http://customschemas.google.com/relationships/presentationmetadata" Target="metadata"/><Relationship Id="rId23" Type="http://schemas.openxmlformats.org/officeDocument/2006/relationships/font" Target="fonts/Comforta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e84fbd3ae_1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ce84fbd3ae_1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65f6a180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65f6a180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8dca6d0e6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88dca6d0e6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f7695cabf_4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cf7695cabf_4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fd0afc1bd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cfd0afc1bd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661bbcc4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661bbcc4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05523ab5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g3d05523ab5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42e0dfcfaa1ec875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42e0dfcfaa1ec875_1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05523ab5a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3d05523ab5a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61d1ad272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61d1ad272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0567e8aea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0567e8aea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8dca6d0e6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g388dca6d0e6_1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1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/>
          <p:nvPr/>
        </p:nvSpPr>
        <p:spPr>
          <a:xfrm rot="5400000">
            <a:off x="-828043" y="1309852"/>
            <a:ext cx="2776798" cy="112071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32"/>
          <p:cNvSpPr/>
          <p:nvPr/>
        </p:nvSpPr>
        <p:spPr>
          <a:xfrm>
            <a:off x="9085633" y="6112204"/>
            <a:ext cx="1888645" cy="762257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247E8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32"/>
          <p:cNvSpPr/>
          <p:nvPr/>
        </p:nvSpPr>
        <p:spPr>
          <a:xfrm>
            <a:off x="1705725" y="2116104"/>
            <a:ext cx="2578500" cy="2523000"/>
          </a:xfrm>
          <a:prstGeom prst="ellipse">
            <a:avLst/>
          </a:prstGeom>
          <a:solidFill>
            <a:srgbClr val="FFFFFF"/>
          </a:solidFill>
          <a:ln cap="flat" cmpd="sng" w="41275">
            <a:solidFill>
              <a:srgbClr val="70D0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" name="Google Shape;1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90254" y="1971353"/>
            <a:ext cx="2614950" cy="261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2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0022" y="2243575"/>
            <a:ext cx="5844024" cy="20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3">
  <p:cSld name="CL-Hh03">
    <p:bg>
      <p:bgPr>
        <a:solidFill>
          <a:srgbClr val="247E8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/>
          <p:nvPr/>
        </p:nvSpPr>
        <p:spPr>
          <a:xfrm>
            <a:off x="-2" y="0"/>
            <a:ext cx="10202334" cy="612140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554" y="0"/>
                </a:lnTo>
                <a:lnTo>
                  <a:pt x="21600" y="1520"/>
                </a:lnTo>
                <a:cubicBezTo>
                  <a:pt x="21600" y="12610"/>
                  <a:pt x="16206" y="21600"/>
                  <a:pt x="9552" y="21600"/>
                </a:cubicBezTo>
                <a:cubicBezTo>
                  <a:pt x="5809" y="21600"/>
                  <a:pt x="2465" y="18755"/>
                  <a:pt x="255" y="14293"/>
                </a:cubicBezTo>
                <a:lnTo>
                  <a:pt x="0" y="137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33"/>
          <p:cNvSpPr/>
          <p:nvPr>
            <p:ph idx="2" type="pic"/>
          </p:nvPr>
        </p:nvSpPr>
        <p:spPr>
          <a:xfrm>
            <a:off x="4267200" y="3428998"/>
            <a:ext cx="7048500" cy="3429002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3"/>
          <p:cNvSpPr/>
          <p:nvPr/>
        </p:nvSpPr>
        <p:spPr>
          <a:xfrm>
            <a:off x="0" y="5794204"/>
            <a:ext cx="2635769" cy="106379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" name="Google Shape;19;p33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20" name="Google Shape;20;p33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1" name="Google Shape;21;p3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" name="Google Shape;22;p33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4">
  <p:cSld name="CL-Hh04">
    <p:bg>
      <p:bgPr>
        <a:solidFill>
          <a:srgbClr val="247E8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6"/>
          <p:cNvSpPr/>
          <p:nvPr/>
        </p:nvSpPr>
        <p:spPr>
          <a:xfrm rot="-5400000">
            <a:off x="10463432" y="723377"/>
            <a:ext cx="2451949" cy="1005191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5;p56"/>
          <p:cNvSpPr/>
          <p:nvPr/>
        </p:nvSpPr>
        <p:spPr>
          <a:xfrm>
            <a:off x="3657601" y="3065779"/>
            <a:ext cx="7759701" cy="3017521"/>
          </a:xfrm>
          <a:prstGeom prst="roundRect">
            <a:avLst>
              <a:gd fmla="val 1203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6;p56"/>
          <p:cNvSpPr/>
          <p:nvPr>
            <p:ph idx="2" type="pic"/>
          </p:nvPr>
        </p:nvSpPr>
        <p:spPr>
          <a:xfrm>
            <a:off x="0" y="0"/>
            <a:ext cx="49784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7" name="Google Shape;27;p56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28" name="Google Shape;28;p56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9" name="Google Shape;29;p5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" name="Google Shape;30;p56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9">
  <p:cSld name="CL-Hh19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9"/>
          <p:cNvSpPr/>
          <p:nvPr>
            <p:ph idx="2" type="pic"/>
          </p:nvPr>
        </p:nvSpPr>
        <p:spPr>
          <a:xfrm>
            <a:off x="590501" y="2330244"/>
            <a:ext cx="2343201" cy="2343201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9"/>
          <p:cNvSpPr/>
          <p:nvPr>
            <p:ph idx="3" type="pic"/>
          </p:nvPr>
        </p:nvSpPr>
        <p:spPr>
          <a:xfrm>
            <a:off x="3479767" y="2330244"/>
            <a:ext cx="2343201" cy="2343201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9"/>
          <p:cNvSpPr/>
          <p:nvPr>
            <p:ph idx="4" type="pic"/>
          </p:nvPr>
        </p:nvSpPr>
        <p:spPr>
          <a:xfrm>
            <a:off x="6369032" y="2330244"/>
            <a:ext cx="2343201" cy="2343201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49"/>
          <p:cNvSpPr/>
          <p:nvPr>
            <p:ph idx="5" type="pic"/>
          </p:nvPr>
        </p:nvSpPr>
        <p:spPr>
          <a:xfrm>
            <a:off x="9258300" y="2330244"/>
            <a:ext cx="2343200" cy="2343201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9"/>
          <p:cNvSpPr/>
          <p:nvPr/>
        </p:nvSpPr>
        <p:spPr>
          <a:xfrm>
            <a:off x="9624745" y="5855568"/>
            <a:ext cx="2567255" cy="1002431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247E8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Google Shape;37;p49"/>
          <p:cNvSpPr/>
          <p:nvPr/>
        </p:nvSpPr>
        <p:spPr>
          <a:xfrm flipH="1" rot="10800000">
            <a:off x="3479764" y="-8"/>
            <a:ext cx="1791666" cy="69957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8" name="Google Shape;38;p49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39" name="Google Shape;39;p49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40" name="Google Shape;40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" name="Google Shape;41;p49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9">
  <p:cSld name="CL-Hh09">
    <p:bg>
      <p:bgPr>
        <a:solidFill>
          <a:srgbClr val="247E8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5"/>
          <p:cNvSpPr/>
          <p:nvPr/>
        </p:nvSpPr>
        <p:spPr>
          <a:xfrm>
            <a:off x="1" y="1"/>
            <a:ext cx="11582401" cy="58674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4;p55"/>
          <p:cNvSpPr/>
          <p:nvPr/>
        </p:nvSpPr>
        <p:spPr>
          <a:xfrm>
            <a:off x="744364" y="1580526"/>
            <a:ext cx="2278447" cy="2278447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89" y="10800"/>
                </a:moveTo>
                <a:cubicBezTo>
                  <a:pt x="589" y="16439"/>
                  <a:pt x="5161" y="21011"/>
                  <a:pt x="10800" y="21011"/>
                </a:cubicBezTo>
                <a:cubicBezTo>
                  <a:pt x="16439" y="21011"/>
                  <a:pt x="21011" y="16439"/>
                  <a:pt x="21011" y="10800"/>
                </a:cubicBezTo>
                <a:cubicBezTo>
                  <a:pt x="21011" y="5161"/>
                  <a:pt x="16439" y="589"/>
                  <a:pt x="10800" y="589"/>
                </a:cubicBezTo>
                <a:cubicBezTo>
                  <a:pt x="5161" y="589"/>
                  <a:pt x="589" y="5161"/>
                  <a:pt x="589" y="1080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5;p55"/>
          <p:cNvSpPr/>
          <p:nvPr>
            <p:ph idx="2" type="pic"/>
          </p:nvPr>
        </p:nvSpPr>
        <p:spPr>
          <a:xfrm>
            <a:off x="1511082" y="1929755"/>
            <a:ext cx="2998491" cy="2998491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dir="5400000" dist="50800">
              <a:srgbClr val="000000">
                <a:alpha val="41176"/>
              </a:srgbClr>
            </a:outerShdw>
          </a:effectLst>
        </p:spPr>
      </p:sp>
      <p:sp>
        <p:nvSpPr>
          <p:cNvPr id="46" name="Google Shape;46;p55"/>
          <p:cNvSpPr/>
          <p:nvPr/>
        </p:nvSpPr>
        <p:spPr>
          <a:xfrm>
            <a:off x="3038345" y="5207000"/>
            <a:ext cx="4228259" cy="165100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7" name="Google Shape;47;p55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48" name="Google Shape;48;p55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49" name="Google Shape;49;p5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5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1">
  <p:cSld name="CL-Hh1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/>
          <p:nvPr>
            <p:ph idx="2" type="pic"/>
          </p:nvPr>
        </p:nvSpPr>
        <p:spPr>
          <a:xfrm>
            <a:off x="6791036" y="2357903"/>
            <a:ext cx="1299698" cy="1299698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44"/>
          <p:cNvSpPr/>
          <p:nvPr>
            <p:ph idx="3" type="pic"/>
          </p:nvPr>
        </p:nvSpPr>
        <p:spPr>
          <a:xfrm>
            <a:off x="1590964" y="2357903"/>
            <a:ext cx="1299698" cy="1299698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44"/>
          <p:cNvSpPr/>
          <p:nvPr>
            <p:ph idx="4" type="pic"/>
          </p:nvPr>
        </p:nvSpPr>
        <p:spPr>
          <a:xfrm>
            <a:off x="6791036" y="4648520"/>
            <a:ext cx="1299698" cy="1299698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44"/>
          <p:cNvSpPr/>
          <p:nvPr>
            <p:ph idx="5" type="pic"/>
          </p:nvPr>
        </p:nvSpPr>
        <p:spPr>
          <a:xfrm>
            <a:off x="1590964" y="4648520"/>
            <a:ext cx="1299698" cy="1299698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44"/>
          <p:cNvSpPr/>
          <p:nvPr/>
        </p:nvSpPr>
        <p:spPr>
          <a:xfrm>
            <a:off x="8849288" y="457625"/>
            <a:ext cx="2215500" cy="2215500"/>
          </a:xfrm>
          <a:prstGeom prst="ellipse">
            <a:avLst/>
          </a:prstGeom>
          <a:noFill/>
          <a:ln cap="flat" cmpd="sng" w="165100">
            <a:solidFill>
              <a:srgbClr val="247E8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7" name="Google Shape;57;p44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58" name="Google Shape;58;p44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59" name="Google Shape;59;p4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44"/>
          <p:cNvSpPr/>
          <p:nvPr/>
        </p:nvSpPr>
        <p:spPr>
          <a:xfrm flipH="1" rot="5400000">
            <a:off x="-638060" y="5356307"/>
            <a:ext cx="2139750" cy="86362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" name="Google Shape;61;p44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2">
  <p:cSld name="CL-Hh0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" name="Google Shape;64;p46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65" name="Google Shape;65;p46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66" name="Google Shape;66;p4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7" name="Google Shape;67;p46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247E8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53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70" name="Google Shape;70;p53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71" name="Google Shape;71;p5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" name="Google Shape;72;p53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8">
  <p:cSld name="CL-Hh08">
    <p:bg>
      <p:bgPr>
        <a:solidFill>
          <a:srgbClr val="247E8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2"/>
          <p:cNvSpPr/>
          <p:nvPr>
            <p:ph idx="2" type="pic"/>
          </p:nvPr>
        </p:nvSpPr>
        <p:spPr>
          <a:xfrm>
            <a:off x="0" y="1838800"/>
            <a:ext cx="12192000" cy="31623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2"/>
          <p:cNvSpPr/>
          <p:nvPr/>
        </p:nvSpPr>
        <p:spPr>
          <a:xfrm flipH="1" rot="10800000">
            <a:off x="-10" y="5001107"/>
            <a:ext cx="2139750" cy="86362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42"/>
          <p:cNvSpPr/>
          <p:nvPr/>
        </p:nvSpPr>
        <p:spPr>
          <a:xfrm>
            <a:off x="9848638" y="4441675"/>
            <a:ext cx="2215500" cy="2215500"/>
          </a:xfrm>
          <a:prstGeom prst="ellipse">
            <a:avLst/>
          </a:prstGeom>
          <a:noFill/>
          <a:ln cap="flat" cmpd="sng" w="165100">
            <a:solidFill>
              <a:srgbClr val="FF98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7" name="Google Shape;77;p42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78" name="Google Shape;78;p42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79" name="Google Shape;79;p4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" name="Google Shape;80;p42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7">
  <p:cSld name="CL-Hh07">
    <p:bg>
      <p:bgPr>
        <a:solidFill>
          <a:srgbClr val="247E8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34"/>
          <p:cNvGrpSpPr/>
          <p:nvPr/>
        </p:nvGrpSpPr>
        <p:grpSpPr>
          <a:xfrm>
            <a:off x="1548099" y="4065796"/>
            <a:ext cx="7430801" cy="2792205"/>
            <a:chOff x="0" y="-1"/>
            <a:chExt cx="7430800" cy="2792204"/>
          </a:xfrm>
        </p:grpSpPr>
        <p:sp>
          <p:nvSpPr>
            <p:cNvPr id="83" name="Google Shape;83;p34"/>
            <p:cNvSpPr/>
            <p:nvPr/>
          </p:nvSpPr>
          <p:spPr>
            <a:xfrm>
              <a:off x="0" y="-1"/>
              <a:ext cx="7430800" cy="2792204"/>
            </a:xfrm>
            <a:custGeom>
              <a:rect b="b" l="l" r="r" t="t"/>
              <a:pathLst>
                <a:path extrusionOk="0" h="21600" w="21600">
                  <a:moveTo>
                    <a:pt x="1353" y="0"/>
                  </a:moveTo>
                  <a:lnTo>
                    <a:pt x="20247" y="0"/>
                  </a:lnTo>
                  <a:cubicBezTo>
                    <a:pt x="20994" y="0"/>
                    <a:pt x="21600" y="1612"/>
                    <a:pt x="21600" y="360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3600"/>
                  </a:lnTo>
                  <a:cubicBezTo>
                    <a:pt x="0" y="1612"/>
                    <a:pt x="606" y="0"/>
                    <a:pt x="1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" name="Google Shape;84;p34"/>
            <p:cNvSpPr txBox="1"/>
            <p:nvPr/>
          </p:nvSpPr>
          <p:spPr>
            <a:xfrm>
              <a:off x="182024" y="1278832"/>
              <a:ext cx="7066800" cy="36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34"/>
          <p:cNvSpPr/>
          <p:nvPr>
            <p:ph idx="2" type="pic"/>
          </p:nvPr>
        </p:nvSpPr>
        <p:spPr>
          <a:xfrm>
            <a:off x="1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4"/>
          <p:cNvSpPr/>
          <p:nvPr/>
        </p:nvSpPr>
        <p:spPr>
          <a:xfrm flipH="1" rot="-5400000">
            <a:off x="10872829" y="2308818"/>
            <a:ext cx="1879686" cy="75864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" name="Google Shape;87;p34" title="Logo-oficial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34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89" name="Google Shape;89;p34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90" name="Google Shape;90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22">
  <p:cSld name="CL-Hh22">
    <p:bg>
      <p:bgPr>
        <a:solidFill>
          <a:srgbClr val="247E8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5"/>
          <p:cNvSpPr/>
          <p:nvPr/>
        </p:nvSpPr>
        <p:spPr>
          <a:xfrm flipH="1" rot="10800000">
            <a:off x="0" y="3962400"/>
            <a:ext cx="4826001" cy="28956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554" y="0"/>
                </a:lnTo>
                <a:lnTo>
                  <a:pt x="21600" y="1520"/>
                </a:lnTo>
                <a:cubicBezTo>
                  <a:pt x="21600" y="12610"/>
                  <a:pt x="16206" y="21600"/>
                  <a:pt x="9552" y="21600"/>
                </a:cubicBezTo>
                <a:cubicBezTo>
                  <a:pt x="5809" y="21600"/>
                  <a:pt x="2465" y="18755"/>
                  <a:pt x="255" y="14293"/>
                </a:cubicBezTo>
                <a:lnTo>
                  <a:pt x="0" y="13724"/>
                </a:ln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35"/>
          <p:cNvSpPr/>
          <p:nvPr>
            <p:ph idx="2" type="pic"/>
          </p:nvPr>
        </p:nvSpPr>
        <p:spPr>
          <a:xfrm>
            <a:off x="628650" y="2260725"/>
            <a:ext cx="5429250" cy="2895601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35"/>
          <p:cNvSpPr/>
          <p:nvPr>
            <p:ph idx="3" type="pic"/>
          </p:nvPr>
        </p:nvSpPr>
        <p:spPr>
          <a:xfrm>
            <a:off x="9563100" y="1918725"/>
            <a:ext cx="2628900" cy="2565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5" name="Google Shape;95;p35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96" name="Google Shape;96;p35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97" name="Google Shape;97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35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21">
  <p:cSld name="CL-Hh21">
    <p:bg>
      <p:bgPr>
        <a:solidFill>
          <a:srgbClr val="247E8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/>
          <p:nvPr>
            <p:ph idx="2" type="pic"/>
          </p:nvPr>
        </p:nvSpPr>
        <p:spPr>
          <a:xfrm>
            <a:off x="8572500" y="1972051"/>
            <a:ext cx="3619500" cy="3417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1" name="Google Shape;101;p36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02" name="Google Shape;102;p36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03" name="Google Shape;103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" name="Google Shape;104;p36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23">
  <p:cSld name="CL-Hh2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7"/>
          <p:cNvSpPr/>
          <p:nvPr>
            <p:ph idx="2" type="pic"/>
          </p:nvPr>
        </p:nvSpPr>
        <p:spPr>
          <a:xfrm>
            <a:off x="0" y="2023967"/>
            <a:ext cx="5121153" cy="4290469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37"/>
          <p:cNvSpPr/>
          <p:nvPr/>
        </p:nvSpPr>
        <p:spPr>
          <a:xfrm rot="-5400000">
            <a:off x="10407156" y="5107488"/>
            <a:ext cx="2567260" cy="1002433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37"/>
          <p:cNvSpPr/>
          <p:nvPr/>
        </p:nvSpPr>
        <p:spPr>
          <a:xfrm flipH="1" rot="10800000">
            <a:off x="3488639" y="17"/>
            <a:ext cx="1791666" cy="69957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247E8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9" name="Google Shape;109;p37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10" name="Google Shape;110;p37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11" name="Google Shape;111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2" name="Google Shape;112;p37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24">
  <p:cSld name="CL-Hh24">
    <p:bg>
      <p:bgPr>
        <a:solidFill>
          <a:srgbClr val="247E8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8"/>
          <p:cNvSpPr/>
          <p:nvPr>
            <p:ph idx="2" type="pic"/>
          </p:nvPr>
        </p:nvSpPr>
        <p:spPr>
          <a:xfrm>
            <a:off x="1651818" y="2064774"/>
            <a:ext cx="5515898" cy="2920182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38"/>
          <p:cNvSpPr/>
          <p:nvPr/>
        </p:nvSpPr>
        <p:spPr>
          <a:xfrm>
            <a:off x="7167715" y="3429000"/>
            <a:ext cx="5024285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38"/>
          <p:cNvSpPr/>
          <p:nvPr>
            <p:ph idx="3" type="pic"/>
          </p:nvPr>
        </p:nvSpPr>
        <p:spPr>
          <a:xfrm>
            <a:off x="9549976" y="1906050"/>
            <a:ext cx="2642100" cy="152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38"/>
          <p:cNvSpPr/>
          <p:nvPr/>
        </p:nvSpPr>
        <p:spPr>
          <a:xfrm rot="5400000">
            <a:off x="-354817" y="5156984"/>
            <a:ext cx="2055834" cy="13462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989" y="16736"/>
                </a:lnTo>
                <a:cubicBezTo>
                  <a:pt x="3713" y="6901"/>
                  <a:pt x="10090" y="0"/>
                  <a:pt x="17522" y="0"/>
                </a:cubicBezTo>
                <a:cubicBezTo>
                  <a:pt x="18916" y="0"/>
                  <a:pt x="20273" y="243"/>
                  <a:pt x="21575" y="702"/>
                </a:cubicBezTo>
                <a:lnTo>
                  <a:pt x="21600" y="712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38"/>
          <p:cNvSpPr/>
          <p:nvPr/>
        </p:nvSpPr>
        <p:spPr>
          <a:xfrm flipH="1" rot="10800000">
            <a:off x="4304339" y="-1"/>
            <a:ext cx="1791661" cy="622301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19" name="Google Shape;119;p38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20" name="Google Shape;120;p38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21" name="Google Shape;121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2" name="Google Shape;122;p38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2">
  <p:cSld name="CL-Hh1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9"/>
          <p:cNvSpPr/>
          <p:nvPr/>
        </p:nvSpPr>
        <p:spPr>
          <a:xfrm>
            <a:off x="8234874" y="2238233"/>
            <a:ext cx="2814126" cy="4619767"/>
          </a:xfrm>
          <a:custGeom>
            <a:rect b="b" l="l" r="r" t="t"/>
            <a:pathLst>
              <a:path extrusionOk="0" h="21600" w="21600">
                <a:moveTo>
                  <a:pt x="5159" y="0"/>
                </a:moveTo>
                <a:lnTo>
                  <a:pt x="16441" y="0"/>
                </a:lnTo>
                <a:cubicBezTo>
                  <a:pt x="19290" y="0"/>
                  <a:pt x="21600" y="1407"/>
                  <a:pt x="21600" y="3143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143"/>
                </a:lnTo>
                <a:cubicBezTo>
                  <a:pt x="0" y="1407"/>
                  <a:pt x="2310" y="0"/>
                  <a:pt x="5159" y="0"/>
                </a:cubicBezTo>
                <a:close/>
              </a:path>
            </a:pathLst>
          </a:custGeom>
          <a:solidFill>
            <a:srgbClr val="247E8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None/>
            </a:pPr>
            <a:r>
              <a:t/>
            </a:r>
            <a:endParaRPr b="0" i="0" sz="6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39"/>
          <p:cNvSpPr/>
          <p:nvPr/>
        </p:nvSpPr>
        <p:spPr>
          <a:xfrm flipH="1" rot="5400000">
            <a:off x="-613054" y="2305173"/>
            <a:ext cx="2055834" cy="82971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39"/>
          <p:cNvSpPr/>
          <p:nvPr>
            <p:ph idx="2" type="pic"/>
          </p:nvPr>
        </p:nvSpPr>
        <p:spPr>
          <a:xfrm>
            <a:off x="7503138" y="515929"/>
            <a:ext cx="2814126" cy="2814126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39"/>
          <p:cNvSpPr/>
          <p:nvPr>
            <p:ph idx="3" type="pic"/>
          </p:nvPr>
        </p:nvSpPr>
        <p:spPr>
          <a:xfrm>
            <a:off x="6123132" y="3276208"/>
            <a:ext cx="3065865" cy="306586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8" name="Google Shape;128;p39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29" name="Google Shape;129;p39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30" name="Google Shape;130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39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4">
  <p:cSld name="CL-Hh14">
    <p:bg>
      <p:bgPr>
        <a:solidFill>
          <a:srgbClr val="247E8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0"/>
          <p:cNvSpPr/>
          <p:nvPr/>
        </p:nvSpPr>
        <p:spPr>
          <a:xfrm rot="-5400000">
            <a:off x="6591300" y="1257296"/>
            <a:ext cx="6858004" cy="434340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40"/>
          <p:cNvSpPr/>
          <p:nvPr/>
        </p:nvSpPr>
        <p:spPr>
          <a:xfrm>
            <a:off x="9258300" y="3966021"/>
            <a:ext cx="2540000" cy="2540001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696" y="10800"/>
                </a:moveTo>
                <a:cubicBezTo>
                  <a:pt x="1696" y="15828"/>
                  <a:pt x="5772" y="19904"/>
                  <a:pt x="10800" y="19904"/>
                </a:cubicBezTo>
                <a:cubicBezTo>
                  <a:pt x="15828" y="19904"/>
                  <a:pt x="19904" y="15828"/>
                  <a:pt x="19904" y="10800"/>
                </a:cubicBezTo>
                <a:cubicBezTo>
                  <a:pt x="19904" y="5772"/>
                  <a:pt x="15828" y="1696"/>
                  <a:pt x="10800" y="1696"/>
                </a:cubicBezTo>
                <a:cubicBezTo>
                  <a:pt x="5772" y="1696"/>
                  <a:pt x="1696" y="5772"/>
                  <a:pt x="1696" y="1080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40"/>
          <p:cNvSpPr/>
          <p:nvPr/>
        </p:nvSpPr>
        <p:spPr>
          <a:xfrm flipH="1">
            <a:off x="-2" y="6002527"/>
            <a:ext cx="2222501" cy="855473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40"/>
          <p:cNvSpPr/>
          <p:nvPr>
            <p:ph idx="2" type="pic"/>
          </p:nvPr>
        </p:nvSpPr>
        <p:spPr>
          <a:xfrm>
            <a:off x="1057558" y="2566712"/>
            <a:ext cx="1399311" cy="139931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40"/>
          <p:cNvSpPr/>
          <p:nvPr>
            <p:ph idx="3" type="pic"/>
          </p:nvPr>
        </p:nvSpPr>
        <p:spPr>
          <a:xfrm>
            <a:off x="1057558" y="4478042"/>
            <a:ext cx="1399311" cy="139931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40"/>
          <p:cNvSpPr/>
          <p:nvPr>
            <p:ph idx="4" type="pic"/>
          </p:nvPr>
        </p:nvSpPr>
        <p:spPr>
          <a:xfrm>
            <a:off x="6502993" y="1433699"/>
            <a:ext cx="3825000" cy="4896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9" name="Google Shape;139;p40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40" name="Google Shape;140;p40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41" name="Google Shape;141;p4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2" name="Google Shape;142;p40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3">
  <p:cSld name="CL-Hh1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1"/>
          <p:cNvSpPr/>
          <p:nvPr/>
        </p:nvSpPr>
        <p:spPr>
          <a:xfrm flipH="1" rot="5400000">
            <a:off x="-638085" y="1837257"/>
            <a:ext cx="2139750" cy="86362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247E8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41"/>
          <p:cNvSpPr/>
          <p:nvPr/>
        </p:nvSpPr>
        <p:spPr>
          <a:xfrm>
            <a:off x="4785288" y="3429000"/>
            <a:ext cx="2215353" cy="2215352"/>
          </a:xfrm>
          <a:prstGeom prst="ellipse">
            <a:avLst/>
          </a:prstGeom>
          <a:noFill/>
          <a:ln cap="flat" cmpd="sng" w="165100">
            <a:solidFill>
              <a:srgbClr val="FF98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41"/>
          <p:cNvSpPr/>
          <p:nvPr>
            <p:ph idx="2" type="pic"/>
          </p:nvPr>
        </p:nvSpPr>
        <p:spPr>
          <a:xfrm>
            <a:off x="0" y="3924300"/>
            <a:ext cx="6096000" cy="2933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7" name="Google Shape;147;p41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48" name="Google Shape;148;p41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49" name="Google Shape;149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0" name="Google Shape;150;p41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20">
  <p:cSld name="CL-Hh20">
    <p:bg>
      <p:bgPr>
        <a:solidFill>
          <a:srgbClr val="247E8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3"/>
          <p:cNvSpPr/>
          <p:nvPr>
            <p:ph idx="2" type="pic"/>
          </p:nvPr>
        </p:nvSpPr>
        <p:spPr>
          <a:xfrm>
            <a:off x="6985775" y="3657904"/>
            <a:ext cx="3860700" cy="3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43"/>
          <p:cNvSpPr/>
          <p:nvPr/>
        </p:nvSpPr>
        <p:spPr>
          <a:xfrm>
            <a:off x="10846474" y="2238258"/>
            <a:ext cx="2814102" cy="4619754"/>
          </a:xfrm>
          <a:custGeom>
            <a:rect b="b" l="l" r="r" t="t"/>
            <a:pathLst>
              <a:path extrusionOk="0" h="21600" w="21600">
                <a:moveTo>
                  <a:pt x="5159" y="0"/>
                </a:moveTo>
                <a:lnTo>
                  <a:pt x="16441" y="0"/>
                </a:lnTo>
                <a:cubicBezTo>
                  <a:pt x="19290" y="0"/>
                  <a:pt x="21600" y="1407"/>
                  <a:pt x="21600" y="3143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143"/>
                </a:lnTo>
                <a:cubicBezTo>
                  <a:pt x="0" y="1407"/>
                  <a:pt x="2310" y="0"/>
                  <a:pt x="5159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None/>
            </a:pPr>
            <a:r>
              <a:t/>
            </a:r>
            <a:endParaRPr b="0" i="0" sz="6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43"/>
          <p:cNvSpPr/>
          <p:nvPr/>
        </p:nvSpPr>
        <p:spPr>
          <a:xfrm flipH="1" rot="5400000">
            <a:off x="-613054" y="2305173"/>
            <a:ext cx="2055834" cy="82971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55" name="Google Shape;155;p43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56" name="Google Shape;156;p43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57" name="Google Shape;157;p4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8" name="Google Shape;158;p43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5">
  <p:cSld name="CL-Hh05">
    <p:bg>
      <p:bgPr>
        <a:solidFill>
          <a:srgbClr val="247E8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5"/>
          <p:cNvSpPr/>
          <p:nvPr/>
        </p:nvSpPr>
        <p:spPr>
          <a:xfrm>
            <a:off x="0" y="0"/>
            <a:ext cx="5715000" cy="3429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554" y="0"/>
                </a:lnTo>
                <a:lnTo>
                  <a:pt x="21600" y="1520"/>
                </a:lnTo>
                <a:cubicBezTo>
                  <a:pt x="21600" y="12610"/>
                  <a:pt x="16206" y="21600"/>
                  <a:pt x="9552" y="21600"/>
                </a:cubicBezTo>
                <a:cubicBezTo>
                  <a:pt x="5809" y="21600"/>
                  <a:pt x="2465" y="18755"/>
                  <a:pt x="255" y="14293"/>
                </a:cubicBezTo>
                <a:lnTo>
                  <a:pt x="0" y="137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45"/>
          <p:cNvSpPr/>
          <p:nvPr/>
        </p:nvSpPr>
        <p:spPr>
          <a:xfrm>
            <a:off x="1278178" y="3364550"/>
            <a:ext cx="3848100" cy="3848100"/>
          </a:xfrm>
          <a:prstGeom prst="ellipse">
            <a:avLst/>
          </a:prstGeom>
          <a:noFill/>
          <a:ln cap="flat" cmpd="sng" w="165100">
            <a:solidFill>
              <a:srgbClr val="FF98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45"/>
          <p:cNvSpPr/>
          <p:nvPr>
            <p:ph idx="2" type="pic"/>
          </p:nvPr>
        </p:nvSpPr>
        <p:spPr>
          <a:xfrm>
            <a:off x="2819400" y="1598668"/>
            <a:ext cx="3419767" cy="4330495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45"/>
          <p:cNvSpPr/>
          <p:nvPr/>
        </p:nvSpPr>
        <p:spPr>
          <a:xfrm>
            <a:off x="9897692" y="5932018"/>
            <a:ext cx="2294308" cy="925983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64" name="Google Shape;164;p45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65" name="Google Shape;165;p45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66" name="Google Shape;166;p4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7" name="Google Shape;167;p45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06">
  <p:cSld name="CL-Hh06">
    <p:bg>
      <p:bgPr>
        <a:solidFill>
          <a:srgbClr val="247E8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7"/>
          <p:cNvSpPr/>
          <p:nvPr/>
        </p:nvSpPr>
        <p:spPr>
          <a:xfrm flipH="1">
            <a:off x="3719076" y="0"/>
            <a:ext cx="8472924" cy="534670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554" y="0"/>
                </a:lnTo>
                <a:lnTo>
                  <a:pt x="21600" y="1520"/>
                </a:lnTo>
                <a:cubicBezTo>
                  <a:pt x="21600" y="12610"/>
                  <a:pt x="16206" y="21600"/>
                  <a:pt x="9552" y="21600"/>
                </a:cubicBezTo>
                <a:cubicBezTo>
                  <a:pt x="5809" y="21600"/>
                  <a:pt x="2465" y="18755"/>
                  <a:pt x="255" y="14293"/>
                </a:cubicBezTo>
                <a:lnTo>
                  <a:pt x="0" y="137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47"/>
          <p:cNvSpPr/>
          <p:nvPr/>
        </p:nvSpPr>
        <p:spPr>
          <a:xfrm>
            <a:off x="3394073" y="5346700"/>
            <a:ext cx="2717801" cy="27178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226" y="10800"/>
                </a:moveTo>
                <a:cubicBezTo>
                  <a:pt x="1226" y="16088"/>
                  <a:pt x="5512" y="20374"/>
                  <a:pt x="10800" y="20374"/>
                </a:cubicBezTo>
                <a:cubicBezTo>
                  <a:pt x="16088" y="20374"/>
                  <a:pt x="20374" y="16088"/>
                  <a:pt x="20374" y="10800"/>
                </a:cubicBezTo>
                <a:cubicBezTo>
                  <a:pt x="20374" y="5512"/>
                  <a:pt x="16088" y="1226"/>
                  <a:pt x="10800" y="1226"/>
                </a:cubicBezTo>
                <a:cubicBezTo>
                  <a:pt x="5512" y="1226"/>
                  <a:pt x="1226" y="5512"/>
                  <a:pt x="1226" y="1080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47"/>
          <p:cNvSpPr/>
          <p:nvPr>
            <p:ph idx="2" type="pic"/>
          </p:nvPr>
        </p:nvSpPr>
        <p:spPr>
          <a:xfrm>
            <a:off x="3591473" y="3759829"/>
            <a:ext cx="2095500" cy="284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47"/>
          <p:cNvSpPr/>
          <p:nvPr>
            <p:ph idx="3" type="pic"/>
          </p:nvPr>
        </p:nvSpPr>
        <p:spPr>
          <a:xfrm>
            <a:off x="5991775" y="3759829"/>
            <a:ext cx="2095500" cy="284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47"/>
          <p:cNvSpPr/>
          <p:nvPr>
            <p:ph idx="4" type="pic"/>
          </p:nvPr>
        </p:nvSpPr>
        <p:spPr>
          <a:xfrm>
            <a:off x="8392075" y="3759829"/>
            <a:ext cx="2095500" cy="284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47"/>
          <p:cNvSpPr/>
          <p:nvPr>
            <p:ph idx="5" type="pic"/>
          </p:nvPr>
        </p:nvSpPr>
        <p:spPr>
          <a:xfrm>
            <a:off x="5991775" y="817023"/>
            <a:ext cx="4495800" cy="26388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47"/>
          <p:cNvSpPr/>
          <p:nvPr>
            <p:ph idx="6" type="pic"/>
          </p:nvPr>
        </p:nvSpPr>
        <p:spPr>
          <a:xfrm>
            <a:off x="3591473" y="817023"/>
            <a:ext cx="2095500" cy="26388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47"/>
          <p:cNvSpPr/>
          <p:nvPr/>
        </p:nvSpPr>
        <p:spPr>
          <a:xfrm rot="5400000">
            <a:off x="-546927" y="1772762"/>
            <a:ext cx="1834056" cy="74023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7" name="Google Shape;177;p47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78" name="Google Shape;178;p47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79" name="Google Shape;179;p4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0" name="Google Shape;180;p47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8">
  <p:cSld name="CL-Hh18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8"/>
          <p:cNvSpPr/>
          <p:nvPr/>
        </p:nvSpPr>
        <p:spPr>
          <a:xfrm rot="10800000">
            <a:off x="3378200" y="3989859"/>
            <a:ext cx="8152656" cy="286814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578" y="637"/>
                </a:lnTo>
                <a:cubicBezTo>
                  <a:pt x="21023" y="12411"/>
                  <a:pt x="16409" y="21600"/>
                  <a:pt x="10800" y="21600"/>
                </a:cubicBezTo>
                <a:cubicBezTo>
                  <a:pt x="5191" y="21600"/>
                  <a:pt x="577" y="12411"/>
                  <a:pt x="22" y="63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48"/>
          <p:cNvSpPr/>
          <p:nvPr>
            <p:ph idx="2" type="pic"/>
          </p:nvPr>
        </p:nvSpPr>
        <p:spPr>
          <a:xfrm>
            <a:off x="5109086" y="2654710"/>
            <a:ext cx="2923293" cy="346034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48"/>
          <p:cNvSpPr/>
          <p:nvPr>
            <p:ph idx="3" type="pic"/>
          </p:nvPr>
        </p:nvSpPr>
        <p:spPr>
          <a:xfrm>
            <a:off x="8607565" y="2654710"/>
            <a:ext cx="2923292" cy="346034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48"/>
          <p:cNvSpPr/>
          <p:nvPr>
            <p:ph idx="4" type="pic"/>
          </p:nvPr>
        </p:nvSpPr>
        <p:spPr>
          <a:xfrm>
            <a:off x="1" y="0"/>
            <a:ext cx="453390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48"/>
          <p:cNvSpPr/>
          <p:nvPr/>
        </p:nvSpPr>
        <p:spPr>
          <a:xfrm rot="-5400000">
            <a:off x="11043550" y="1986964"/>
            <a:ext cx="1634148" cy="65955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87" name="Google Shape;187;p48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88" name="Google Shape;188;p48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89" name="Google Shape;189;p4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" name="Google Shape;190;p48" title="Logo-ofici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7">
  <p:cSld name="CL-Hh17">
    <p:bg>
      <p:bgPr>
        <a:solidFill>
          <a:srgbClr val="247E8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0"/>
          <p:cNvSpPr/>
          <p:nvPr/>
        </p:nvSpPr>
        <p:spPr>
          <a:xfrm>
            <a:off x="0" y="0"/>
            <a:ext cx="5715000" cy="3429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554" y="0"/>
                </a:lnTo>
                <a:lnTo>
                  <a:pt x="21600" y="1520"/>
                </a:lnTo>
                <a:cubicBezTo>
                  <a:pt x="21600" y="12610"/>
                  <a:pt x="16206" y="21600"/>
                  <a:pt x="9552" y="21600"/>
                </a:cubicBezTo>
                <a:cubicBezTo>
                  <a:pt x="5809" y="21600"/>
                  <a:pt x="2465" y="18755"/>
                  <a:pt x="255" y="14293"/>
                </a:cubicBezTo>
                <a:lnTo>
                  <a:pt x="0" y="137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3.png" id="193" name="Google Shape;19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17263" y="1661723"/>
            <a:ext cx="4305737" cy="394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0"/>
          <p:cNvSpPr/>
          <p:nvPr>
            <p:ph idx="2" type="pic"/>
          </p:nvPr>
        </p:nvSpPr>
        <p:spPr>
          <a:xfrm>
            <a:off x="2177831" y="1893698"/>
            <a:ext cx="3784601" cy="2279651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50"/>
          <p:cNvSpPr/>
          <p:nvPr/>
        </p:nvSpPr>
        <p:spPr>
          <a:xfrm>
            <a:off x="9624745" y="5855568"/>
            <a:ext cx="2567255" cy="1002431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6" name="Google Shape;196;p50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197" name="Google Shape;197;p50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98" name="Google Shape;198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9" name="Google Shape;199;p50" title="Logo-oficia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5">
  <p:cSld name="CL-Hh15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ckup" id="201" name="Google Shape;20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223215" y="1716315"/>
            <a:ext cx="5687767" cy="395528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1"/>
          <p:cNvSpPr/>
          <p:nvPr/>
        </p:nvSpPr>
        <p:spPr>
          <a:xfrm>
            <a:off x="6248400" y="646081"/>
            <a:ext cx="3135569" cy="3135570"/>
          </a:xfrm>
          <a:prstGeom prst="ellipse">
            <a:avLst/>
          </a:prstGeom>
          <a:noFill/>
          <a:ln cap="flat" cmpd="sng" w="88900">
            <a:solidFill>
              <a:srgbClr val="247E8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51"/>
          <p:cNvSpPr/>
          <p:nvPr>
            <p:ph idx="2" type="pic"/>
          </p:nvPr>
        </p:nvSpPr>
        <p:spPr>
          <a:xfrm>
            <a:off x="7348446" y="1989464"/>
            <a:ext cx="3224700" cy="25863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51"/>
          <p:cNvSpPr/>
          <p:nvPr/>
        </p:nvSpPr>
        <p:spPr>
          <a:xfrm>
            <a:off x="0" y="5794204"/>
            <a:ext cx="2635769" cy="106379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51"/>
          <p:cNvSpPr/>
          <p:nvPr/>
        </p:nvSpPr>
        <p:spPr>
          <a:xfrm>
            <a:off x="10910964" y="5201965"/>
            <a:ext cx="621425" cy="621425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06" name="Google Shape;206;p51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207" name="Google Shape;207;p51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08" name="Google Shape;20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9" name="Google Shape;209;p51" title="Logo-oficia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6">
  <p:cSld name="CL-Hh16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/>
          <p:nvPr/>
        </p:nvSpPr>
        <p:spPr>
          <a:xfrm rot="10800000">
            <a:off x="2750575" y="3989844"/>
            <a:ext cx="6805566" cy="286815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578" y="637"/>
                </a:lnTo>
                <a:cubicBezTo>
                  <a:pt x="21023" y="12411"/>
                  <a:pt x="16409" y="21600"/>
                  <a:pt x="10800" y="21600"/>
                </a:cubicBezTo>
                <a:cubicBezTo>
                  <a:pt x="5191" y="21600"/>
                  <a:pt x="577" y="12411"/>
                  <a:pt x="22" y="637"/>
                </a:cubicBezTo>
                <a:close/>
              </a:path>
            </a:pathLst>
          </a:custGeom>
          <a:solidFill>
            <a:srgbClr val="247E8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52"/>
          <p:cNvSpPr/>
          <p:nvPr/>
        </p:nvSpPr>
        <p:spPr>
          <a:xfrm flipH="1">
            <a:off x="2968372" y="0"/>
            <a:ext cx="6805591" cy="286814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578" y="637"/>
                </a:lnTo>
                <a:cubicBezTo>
                  <a:pt x="21023" y="12411"/>
                  <a:pt x="16409" y="21600"/>
                  <a:pt x="10800" y="21600"/>
                </a:cubicBezTo>
                <a:cubicBezTo>
                  <a:pt x="5191" y="21600"/>
                  <a:pt x="577" y="12411"/>
                  <a:pt x="22" y="637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3" id="213" name="Google Shape;21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8389" y="768123"/>
            <a:ext cx="3226294" cy="544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/>
          <p:nvPr>
            <p:ph idx="2" type="pic"/>
          </p:nvPr>
        </p:nvSpPr>
        <p:spPr>
          <a:xfrm>
            <a:off x="7077904" y="1163101"/>
            <a:ext cx="2238300" cy="46539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Picture 1" id="215" name="Google Shape;215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3981" y="768122"/>
            <a:ext cx="3226294" cy="544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2"/>
          <p:cNvSpPr/>
          <p:nvPr>
            <p:ph idx="3" type="pic"/>
          </p:nvPr>
        </p:nvSpPr>
        <p:spPr>
          <a:xfrm>
            <a:off x="4153497" y="1163100"/>
            <a:ext cx="2238300" cy="4653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7" name="Google Shape;217;p52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218" name="Google Shape;218;p52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19" name="Google Shape;21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0" name="Google Shape;220;p52" title="Logo-oficia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-Hh10">
  <p:cSld name="CL-Hh10">
    <p:bg>
      <p:bgPr>
        <a:solidFill>
          <a:srgbClr val="247E8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4"/>
          <p:cNvSpPr/>
          <p:nvPr/>
        </p:nvSpPr>
        <p:spPr>
          <a:xfrm>
            <a:off x="0" y="3008121"/>
            <a:ext cx="12192000" cy="28344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54"/>
          <p:cNvSpPr/>
          <p:nvPr/>
        </p:nvSpPr>
        <p:spPr>
          <a:xfrm>
            <a:off x="194729" y="5012816"/>
            <a:ext cx="2055834" cy="82973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381" y="0"/>
                  <a:pt x="19312" y="6901"/>
                  <a:pt x="20991" y="16736"/>
                </a:cubicBezTo>
                <a:lnTo>
                  <a:pt x="21600" y="21600"/>
                </a:lnTo>
                <a:lnTo>
                  <a:pt x="0" y="21600"/>
                </a:lnTo>
                <a:lnTo>
                  <a:pt x="609" y="16736"/>
                </a:lnTo>
                <a:cubicBezTo>
                  <a:pt x="2288" y="6901"/>
                  <a:pt x="6219" y="0"/>
                  <a:pt x="10800" y="0"/>
                </a:cubicBezTo>
                <a:close/>
              </a:path>
            </a:pathLst>
          </a:custGeom>
          <a:solidFill>
            <a:srgbClr val="FF98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54"/>
          <p:cNvSpPr/>
          <p:nvPr>
            <p:ph idx="2" type="pic"/>
          </p:nvPr>
        </p:nvSpPr>
        <p:spPr>
          <a:xfrm>
            <a:off x="6429688" y="1208399"/>
            <a:ext cx="3480900" cy="5334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5" name="Google Shape;225;p54"/>
          <p:cNvGrpSpPr/>
          <p:nvPr/>
        </p:nvGrpSpPr>
        <p:grpSpPr>
          <a:xfrm>
            <a:off x="10487577" y="264462"/>
            <a:ext cx="1492700" cy="1522928"/>
            <a:chOff x="10487577" y="264462"/>
            <a:chExt cx="1492700" cy="1522928"/>
          </a:xfrm>
        </p:grpSpPr>
        <p:sp>
          <p:nvSpPr>
            <p:cNvPr id="226" name="Google Shape;226;p54"/>
            <p:cNvSpPr/>
            <p:nvPr/>
          </p:nvSpPr>
          <p:spPr>
            <a:xfrm>
              <a:off x="10496408" y="347090"/>
              <a:ext cx="1471800" cy="1440300"/>
            </a:xfrm>
            <a:prstGeom prst="ellipse">
              <a:avLst/>
            </a:prstGeom>
            <a:solidFill>
              <a:srgbClr val="FFFFFF"/>
            </a:solidFill>
            <a:ln cap="flat" cmpd="sng" w="41275">
              <a:solidFill>
                <a:srgbClr val="70D0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27" name="Google Shape;227;p5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487577" y="264462"/>
              <a:ext cx="1492700" cy="1492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8" name="Google Shape;228;p54" title="Logo-oficial-texto-br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820" y="317743"/>
            <a:ext cx="3335955" cy="11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609600" y="274637"/>
            <a:ext cx="10972800" cy="1143001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omfortaa"/>
              <a:buNone/>
              <a:defRPr b="0" i="0" sz="44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•"/>
              <a:defRPr b="0" i="0" sz="2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610600" y="6404292"/>
            <a:ext cx="2743200" cy="269241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675" y="281400"/>
            <a:ext cx="27146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e84fbd3ae_1_26"/>
          <p:cNvSpPr txBox="1"/>
          <p:nvPr/>
        </p:nvSpPr>
        <p:spPr>
          <a:xfrm>
            <a:off x="548350" y="2921100"/>
            <a:ext cx="8446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Autoria docente n</a:t>
            </a:r>
            <a:r>
              <a:rPr b="1" lang="en-US" sz="2400" u="none" cap="none" strike="noStrike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a Plataforma AutoriaSCS</a:t>
            </a:r>
            <a:endParaRPr b="1" sz="2400" u="none" cap="none" strike="noStrike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0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Módulo 1: Fundamentos e Estrutura Padrão do Curso na Plataforma</a:t>
            </a:r>
            <a:r>
              <a:rPr b="1" i="1" lang="en-US" sz="2000" u="none" cap="none" strike="noStrike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i="1" sz="2000" u="none" cap="none" strike="noStrike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39" name="Google Shape;239;g3ce84fbd3ae_1_26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65f6a1809_0_0"/>
          <p:cNvSpPr txBox="1"/>
          <p:nvPr/>
        </p:nvSpPr>
        <p:spPr>
          <a:xfrm>
            <a:off x="653225" y="1683725"/>
            <a:ext cx="8446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0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Fundamentos </a:t>
            </a:r>
            <a:endParaRPr b="1" i="1" sz="2000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600"/>
              <a:buFont typeface="Comfortaa"/>
              <a:buChar char="●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 formação nasce das demandas reais da rede e dos desafios da prática;</a:t>
            </a:r>
            <a:endParaRPr sz="1600">
              <a:solidFill>
                <a:srgbClr val="30303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600"/>
              <a:buFont typeface="Comfortaa"/>
              <a:buChar char="●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Aprendemos melhor quando combinamos palavras e imagens;</a:t>
            </a:r>
            <a:endParaRPr sz="1600">
              <a:solidFill>
                <a:srgbClr val="30303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600"/>
              <a:buFont typeface="Comfortaa"/>
              <a:buChar char="●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Preferência por conteúdos autorais (textos, roteiros e slides) para fortalecer a identidade pedagógica da rede;</a:t>
            </a:r>
            <a:endParaRPr sz="1600">
              <a:solidFill>
                <a:srgbClr val="30303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000"/>
              <a:buFont typeface="Comfortaa"/>
              <a:buChar char="●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Estrutura unificada para garantir clareza e facilitar a navegação do aluno;</a:t>
            </a:r>
            <a:endParaRPr sz="1600">
              <a:solidFill>
                <a:srgbClr val="30303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000"/>
              <a:buFont typeface="Comfortaa"/>
              <a:buChar char="●"/>
            </a:pPr>
            <a:r>
              <a:rPr lang="en-US" sz="1600">
                <a:solidFill>
                  <a:srgbClr val="30303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Unir organização, qualidade e autonomia docente.</a:t>
            </a:r>
            <a:endParaRPr i="1" sz="2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45" name="Google Shape;245;g3965f6a1809_0_0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8dca6d0e6_1_0"/>
          <p:cNvSpPr txBox="1"/>
          <p:nvPr/>
        </p:nvSpPr>
        <p:spPr>
          <a:xfrm>
            <a:off x="986175" y="2121075"/>
            <a:ext cx="6903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Título do Curso: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Deve ser objetivo e descrever claramente o conteúdo abordado - dado pelo(a) auto(a).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Capa do Curso: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A equipe de TI&amp;AutoriaSCS, daqui por diante chamada apenas de AutoriaSCS, providenciará uma imagem padronizada para cada curso.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Vídeo de Apresentação do Curso: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Introdução institucional feita pela diretora do CECAPE, </a:t>
            </a: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Prof.ª Maiberte Brogliato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Apresentação do(a) Professor(a)/Formador(a) (MiniBio):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Breve descrição do professor responsável, com nome completo, formação acadêmica, área de atuação e foto. </a:t>
            </a:r>
            <a:r>
              <a:rPr b="1" lang="en-US" sz="1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Dúvidas? Consulte o Guia Rápido.</a:t>
            </a:r>
            <a:r>
              <a:rPr lang="en-US" sz="1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i="1" sz="13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1" name="Google Shape;251;g388dca6d0e6_1_0"/>
          <p:cNvSpPr txBox="1"/>
          <p:nvPr/>
        </p:nvSpPr>
        <p:spPr>
          <a:xfrm>
            <a:off x="1112325" y="1579350"/>
            <a:ext cx="84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0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Estrutura Padrão do Curso na Plataforma</a:t>
            </a:r>
            <a:r>
              <a:rPr b="1" i="1" lang="en-US" sz="2000" u="none" cap="none" strike="noStrike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i="1" sz="2000" u="none" cap="none" strike="noStrike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52" name="Google Shape;252;g388dca6d0e6_1_0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f7695cabf_4_5"/>
          <p:cNvSpPr txBox="1"/>
          <p:nvPr/>
        </p:nvSpPr>
        <p:spPr>
          <a:xfrm>
            <a:off x="834225" y="1739950"/>
            <a:ext cx="73164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Apresentação do curso/módulo: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Nele contém o roteiro e metas  de estudos, e a sequência das atividades que compõem a formação - dada pelo(a) autor(a).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Objetivo Geral: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Traduz a competência central que o aluno vai adquirir. Inicie sempre a frase com um verbo no infinitivo (ex: </a:t>
            </a:r>
            <a:r>
              <a:rPr i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Capacitar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Desenvolver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Compreender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).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dados pelo(a) autor(a).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Objetivos Específicos: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Elencam as metas necessárias para atingir o Objetivo Geral, detalhando as habilidades, competências que o cursista irá adquirir ao longo dos módulos, sempre iniciados por verbos no infinitivo.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dados pelo(a) autor(a).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Carga Horária: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equipe AutoriaSCS definirá a carga horária com base no volume e na complexidade de todo o material entregue para o curso (vídeos, módulos, materiais complementares).</a:t>
            </a:r>
            <a:endParaRPr b="0" i="0" sz="16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58" name="Google Shape;258;g3cf7695cabf_4_5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fd0afc1bd_0_6"/>
          <p:cNvSpPr txBox="1"/>
          <p:nvPr/>
        </p:nvSpPr>
        <p:spPr>
          <a:xfrm>
            <a:off x="897700" y="1901400"/>
            <a:ext cx="7176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Slides:</a:t>
            </a: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utilizado para sintetizar e linkar os conceitos centrais da aula de forma esquemática e visual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- dados pelo(a) autor(a).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Vídeos:</a:t>
            </a: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Produção autoral gravado exclusivamente por MB Estúdios.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Materiais de apoio e aprofundamento: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Anexos (base teórica e legal) e Materiais Complementares (aprofundamento opcional).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Atividade Avaliativa: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As questões devem ser de múltipla escolha (3 a 5 alternativas), com o gabarito destacado obrigatoriamente em </a:t>
            </a: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negrito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e cor preta (#000000) no arquivo de entrega.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Referências: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Devem seguir rigorosamente as normas ABNT (NBR 6023).</a:t>
            </a:r>
            <a:endParaRPr b="0" i="0" sz="16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64" name="Google Shape;264;g3cfd0afc1bd_0_6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9661bbcc4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100" y="2634326"/>
            <a:ext cx="5930050" cy="381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9661bbcc4c_0_0"/>
          <p:cNvSpPr txBox="1"/>
          <p:nvPr/>
        </p:nvSpPr>
        <p:spPr>
          <a:xfrm>
            <a:off x="1671150" y="1997150"/>
            <a:ext cx="521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Exemplo de Minibio</a:t>
            </a:r>
            <a:endParaRPr b="1" i="1" sz="2000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71" name="Google Shape;271;g39661bbcc4c_0_0" title="Logo-Autoriascs-1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05523ab5a_0_0"/>
          <p:cNvSpPr txBox="1"/>
          <p:nvPr/>
        </p:nvSpPr>
        <p:spPr>
          <a:xfrm>
            <a:off x="900175" y="2077300"/>
            <a:ext cx="7176600" cy="3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Inicie com um texto introdutório que aproxime o cursista do tema, contextualizando sua relevância para a prática profissional e despertando o interesse pela formação.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Na sequência, apresente o objetivo geral do curso, indicando o que se espera que o cursista desenvolva, compreenda ou seja capaz de realizar ao final da formação.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Apresente, então, uma visão geral da estrutura do curso, informando: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quantidade de módulos;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 nome de cada módulo;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carga horária total;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a dinâmica de estudos, indicando como o cursista percorrerá os conteúdos, videoaulas, materiais de apoio e atividades avaliativas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7" name="Google Shape;277;g3d05523ab5a_0_0"/>
          <p:cNvSpPr txBox="1"/>
          <p:nvPr/>
        </p:nvSpPr>
        <p:spPr>
          <a:xfrm>
            <a:off x="930600" y="1607300"/>
            <a:ext cx="53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18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Apresentação do curso e de módulos</a:t>
            </a:r>
            <a:endParaRPr b="1" i="1" sz="1800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78" name="Google Shape;278;g3d05523ab5a_0_0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42e0dfcfaa1ec875_1_1"/>
          <p:cNvSpPr txBox="1"/>
          <p:nvPr/>
        </p:nvSpPr>
        <p:spPr>
          <a:xfrm>
            <a:off x="828850" y="2022425"/>
            <a:ext cx="7268700" cy="4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Para a apresentação de cada </a:t>
            </a:r>
            <a:r>
              <a:rPr b="1" i="1" lang="en-US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módulo</a:t>
            </a: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mantenha a mesma lógica da apresentação geral do curso, direcionando o texto especificamente para o tema que será desenvolvido naquele módulo.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 texto deve: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contextualizar e introduzir o tema específico do módulo;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estabelecer uma conexão entre o conteúdo e a prática profissional do cursista;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apresentar os objetivos específicos do módulo;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indicar brevemente os conteúdos e a organização das atividades que serão desenvolvidos;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orientar o cursista sobre a dinâmica de estudo daquele módulo.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apresentação deve funcionar como uma breve introdução ao percurso formativo, preparando o cursista para os conteúdos que encontrará a seguir, sem antecipar ou reproduzir detalhadamente o material das aulas.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05523ab5a_0_6"/>
          <p:cNvSpPr txBox="1"/>
          <p:nvPr/>
        </p:nvSpPr>
        <p:spPr>
          <a:xfrm>
            <a:off x="989425" y="2128250"/>
            <a:ext cx="7176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Estes recursos são facilitadores pedagógicos que humanizam a relação no ambiente virtual. Eles simplificam conceitos complexos, aproximam a teoria da prática e servem de gatilho para reinventar e aperfeiçoar a prática docente, além de atenderem aos diferentes estilos de aprendizagem (visual e auditivo).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Devido a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importância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destes recursos dentro do curso EAD teremos um módulo destinado a detalhar sobre </a:t>
            </a:r>
            <a:r>
              <a:rPr b="1" lang="en-US" sz="17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slides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e outro sobre </a:t>
            </a:r>
            <a:r>
              <a:rPr b="1" lang="en-US" sz="17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vídeos e materiais de aprofundamento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e apoio (anexos, e-books, podcasts e textos 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complementares)</a:t>
            </a: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. Por esta razão não iremos tratar de forma aprofundada destes temas no módulo 1.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9" name="Google Shape;289;g3d05523ab5a_0_6"/>
          <p:cNvSpPr txBox="1"/>
          <p:nvPr/>
        </p:nvSpPr>
        <p:spPr>
          <a:xfrm>
            <a:off x="989425" y="1658150"/>
            <a:ext cx="53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18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Recursos </a:t>
            </a:r>
            <a:r>
              <a:rPr b="1" i="1" lang="en-US" sz="18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audiovisuais</a:t>
            </a:r>
            <a:endParaRPr b="1" i="1" sz="1800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90" name="Google Shape;290;g3d05523ab5a_0_6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61d1ad272_0_5"/>
          <p:cNvSpPr txBox="1"/>
          <p:nvPr/>
        </p:nvSpPr>
        <p:spPr>
          <a:xfrm>
            <a:off x="702725" y="1723700"/>
            <a:ext cx="53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18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Atividade Avaliativa</a:t>
            </a:r>
            <a:endParaRPr b="1" i="1" sz="1800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96" name="Google Shape;296;g3961d1ad272_0_5"/>
          <p:cNvSpPr txBox="1"/>
          <p:nvPr/>
        </p:nvSpPr>
        <p:spPr>
          <a:xfrm>
            <a:off x="882075" y="2334700"/>
            <a:ext cx="10271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Para garantir a qualidade das avaliações na plataforma, é essencial seguir algumas diretrizes práticas. Ao criar suas questões, foque em casos e problemas do dia a dia, evitando perguntas diretas. Cada pergunta deve conter de 3 a 5 alternativas, utilizando erros comuns como distratores no lugar de opções óbvias. No momento da entrega, lembre-se de sempre destacar o gabarito em negrito e na cor preta. Além disso, para que o sistema embaralhe as provas corretamente, você deve enviar sempre 5 questões extras para o banco de dados. Por fim, cada módulo contará com uma avaliação própria, e o aluno precisará atingir a nota mínima de 70% de acertos para ser aprovado.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97" name="Google Shape;297;g3961d1ad272_0_5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0567e8aea_0_2"/>
          <p:cNvSpPr txBox="1"/>
          <p:nvPr/>
        </p:nvSpPr>
        <p:spPr>
          <a:xfrm>
            <a:off x="1002550" y="2167675"/>
            <a:ext cx="537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1800">
                <a:solidFill>
                  <a:srgbClr val="058285"/>
                </a:solidFill>
                <a:latin typeface="Comfortaa"/>
                <a:ea typeface="Comfortaa"/>
                <a:cs typeface="Comfortaa"/>
                <a:sym typeface="Comfortaa"/>
              </a:rPr>
              <a:t>Referências Bibliográficas</a:t>
            </a:r>
            <a:endParaRPr b="1" i="1" sz="1800">
              <a:solidFill>
                <a:srgbClr val="05828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3" name="Google Shape;303;g3d0567e8aea_0_2"/>
          <p:cNvSpPr txBox="1"/>
          <p:nvPr/>
        </p:nvSpPr>
        <p:spPr>
          <a:xfrm>
            <a:off x="1002550" y="2753950"/>
            <a:ext cx="7036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As Referências Bibliográficas devem seguir rigorosamente as normas da ABNT (NBR 6023:2018). Na plataforma, aplique a formatação visual padrão: fonte Comfortaa, tamanho 11, alinhamento a esquerda, espaçamento simples e cor preta. É essencial garantir que a listagem seja completa; portanto, inclua obrigatoriamente todas as obras citadas no texto e também todos os materiais de apoio sugeridos durante a formação, como vídeos, artigos e e-books.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04" name="Google Shape;304;g3d0567e8aea_0_2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263" y="261550"/>
            <a:ext cx="1573475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g388dca6d0e6_1_5" title="Logo-Autoriascs-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675" y="281400"/>
            <a:ext cx="27146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